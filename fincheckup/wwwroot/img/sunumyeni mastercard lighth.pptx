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1289" r:id="rId3"/>
    <p:sldId id="258" r:id="rId4"/>
    <p:sldId id="259" r:id="rId5"/>
    <p:sldId id="1287" r:id="rId6"/>
    <p:sldId id="262" r:id="rId7"/>
    <p:sldId id="264" r:id="rId8"/>
    <p:sldId id="265" r:id="rId9"/>
    <p:sldId id="1290" r:id="rId10"/>
    <p:sldId id="1291" r:id="rId11"/>
    <p:sldId id="266" r:id="rId12"/>
  </p:sldIdLst>
  <p:sldSz cx="12192000" cy="6858000"/>
  <p:notesSz cx="6858000" cy="9144000"/>
  <p:embeddedFontLst>
    <p:embeddedFont>
      <p:font typeface="Gotham" panose="02000504050000020004" pitchFamily="2" charset="0"/>
      <p:regular r:id="rId14"/>
      <p:bold r:id="rId15"/>
      <p:italic r:id="rId16"/>
      <p:boldItalic r:id="rId17"/>
    </p:embeddedFont>
    <p:embeddedFont>
      <p:font typeface="Krub" panose="00000500000000000000" pitchFamily="2" charset="-34"/>
      <p:regular r:id="rId18"/>
      <p:bold r:id="rId19"/>
      <p:italic r:id="rId20"/>
      <p:boldItalic r:id="rId21"/>
    </p:embeddedFont>
    <p:embeddedFont>
      <p:font typeface="Krub SemiBold" panose="00000700000000000000" pitchFamily="2" charset="-34"/>
      <p:regular r:id="rId22"/>
      <p:bold r:id="rId23"/>
      <p:italic r:id="rId24"/>
      <p:boldItalic r:id="rId25"/>
    </p:embeddedFont>
    <p:embeddedFont>
      <p:font typeface="Poppins" panose="00000500000000000000" pitchFamily="2" charset="-94"/>
      <p:regular r:id="rId26"/>
      <p:bold r:id="rId27"/>
    </p:embeddedFont>
    <p:embeddedFont>
      <p:font typeface="Poppins Medium" panose="00000600000000000000" pitchFamily="2" charset="-94"/>
      <p:regular r:id="rId28"/>
      <p:bold r:id="rId29"/>
      <p:italic r:id="rId30"/>
      <p:boldItalic r:id="rId31"/>
    </p:embeddedFont>
    <p:embeddedFont>
      <p:font typeface="Sora" pitchFamily="2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iUofzeJAuxha9cWkImjFmFDY4m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227757-4D34-436B-933F-0C0216BBCE7B}" v="36" dt="2024-10-14T19:08:19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88845" autoAdjust="0"/>
  </p:normalViewPr>
  <p:slideViewPr>
    <p:cSldViewPr snapToGrid="0">
      <p:cViewPr varScale="1">
        <p:scale>
          <a:sx n="56" d="100"/>
          <a:sy n="56" d="100"/>
        </p:scale>
        <p:origin x="97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customschemas.google.com/relationships/presentationmetadata" Target="metadata"/><Relationship Id="rId21" Type="http://schemas.openxmlformats.org/officeDocument/2006/relationships/font" Target="fonts/font8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rya Sarıkayalar" userId="821aabb0dcc54366" providerId="LiveId" clId="{E6227757-4D34-436B-933F-0C0216BBCE7B}"/>
    <pc:docChg chg="undo custSel addSld delSld modSld sldOrd">
      <pc:chgData name="Derya Sarıkayalar" userId="821aabb0dcc54366" providerId="LiveId" clId="{E6227757-4D34-436B-933F-0C0216BBCE7B}" dt="2024-10-14T19:16:35.208" v="2166" actId="20577"/>
      <pc:docMkLst>
        <pc:docMk/>
      </pc:docMkLst>
      <pc:sldChg chg="addSp delSp modSp mod">
        <pc:chgData name="Derya Sarıkayalar" userId="821aabb0dcc54366" providerId="LiveId" clId="{E6227757-4D34-436B-933F-0C0216BBCE7B}" dt="2024-10-14T18:28:48.284" v="872" actId="478"/>
        <pc:sldMkLst>
          <pc:docMk/>
          <pc:sldMk cId="0" sldId="256"/>
        </pc:sldMkLst>
        <pc:picChg chg="add del mod">
          <ac:chgData name="Derya Sarıkayalar" userId="821aabb0dcc54366" providerId="LiveId" clId="{E6227757-4D34-436B-933F-0C0216BBCE7B}" dt="2024-10-14T18:28:48.284" v="872" actId="478"/>
          <ac:picMkLst>
            <pc:docMk/>
            <pc:sldMk cId="0" sldId="256"/>
            <ac:picMk id="2" creationId="{EEA8EFE4-AC1C-474F-EBEA-0B32ABCE2682}"/>
          </ac:picMkLst>
        </pc:picChg>
      </pc:sldChg>
      <pc:sldChg chg="del ord">
        <pc:chgData name="Derya Sarıkayalar" userId="821aabb0dcc54366" providerId="LiveId" clId="{E6227757-4D34-436B-933F-0C0216BBCE7B}" dt="2024-10-14T19:01:00.059" v="1535" actId="2696"/>
        <pc:sldMkLst>
          <pc:docMk/>
          <pc:sldMk cId="0" sldId="257"/>
        </pc:sldMkLst>
      </pc:sldChg>
      <pc:sldChg chg="modSp mod">
        <pc:chgData name="Derya Sarıkayalar" userId="821aabb0dcc54366" providerId="LiveId" clId="{E6227757-4D34-436B-933F-0C0216BBCE7B}" dt="2024-10-14T19:06:10.024" v="1785" actId="20577"/>
        <pc:sldMkLst>
          <pc:docMk/>
          <pc:sldMk cId="0" sldId="258"/>
        </pc:sldMkLst>
        <pc:spChg chg="mod">
          <ac:chgData name="Derya Sarıkayalar" userId="821aabb0dcc54366" providerId="LiveId" clId="{E6227757-4D34-436B-933F-0C0216BBCE7B}" dt="2024-10-14T19:05:38.937" v="1763" actId="20577"/>
          <ac:spMkLst>
            <pc:docMk/>
            <pc:sldMk cId="0" sldId="258"/>
            <ac:spMk id="230" creationId="{00000000-0000-0000-0000-000000000000}"/>
          </ac:spMkLst>
        </pc:spChg>
        <pc:spChg chg="mod">
          <ac:chgData name="Derya Sarıkayalar" userId="821aabb0dcc54366" providerId="LiveId" clId="{E6227757-4D34-436B-933F-0C0216BBCE7B}" dt="2024-10-14T19:06:10.024" v="1785" actId="20577"/>
          <ac:spMkLst>
            <pc:docMk/>
            <pc:sldMk cId="0" sldId="258"/>
            <ac:spMk id="233" creationId="{00000000-0000-0000-0000-000000000000}"/>
          </ac:spMkLst>
        </pc:spChg>
        <pc:spChg chg="mod">
          <ac:chgData name="Derya Sarıkayalar" userId="821aabb0dcc54366" providerId="LiveId" clId="{E6227757-4D34-436B-933F-0C0216BBCE7B}" dt="2024-10-14T19:02:58.584" v="1628" actId="20577"/>
          <ac:spMkLst>
            <pc:docMk/>
            <pc:sldMk cId="0" sldId="258"/>
            <ac:spMk id="234" creationId="{00000000-0000-0000-0000-000000000000}"/>
          </ac:spMkLst>
        </pc:spChg>
        <pc:spChg chg="mod">
          <ac:chgData name="Derya Sarıkayalar" userId="821aabb0dcc54366" providerId="LiveId" clId="{E6227757-4D34-436B-933F-0C0216BBCE7B}" dt="2024-10-14T18:43:47.902" v="1130" actId="255"/>
          <ac:spMkLst>
            <pc:docMk/>
            <pc:sldMk cId="0" sldId="258"/>
            <ac:spMk id="238" creationId="{00000000-0000-0000-0000-000000000000}"/>
          </ac:spMkLst>
        </pc:spChg>
      </pc:sldChg>
      <pc:sldChg chg="addSp delSp modSp mod">
        <pc:chgData name="Derya Sarıkayalar" userId="821aabb0dcc54366" providerId="LiveId" clId="{E6227757-4D34-436B-933F-0C0216BBCE7B}" dt="2024-10-14T18:59:37.569" v="1528" actId="21"/>
        <pc:sldMkLst>
          <pc:docMk/>
          <pc:sldMk cId="0" sldId="259"/>
        </pc:sldMkLst>
        <pc:spChg chg="add mod">
          <ac:chgData name="Derya Sarıkayalar" userId="821aabb0dcc54366" providerId="LiveId" clId="{E6227757-4D34-436B-933F-0C0216BBCE7B}" dt="2024-10-14T18:32:13.109" v="892" actId="1076"/>
          <ac:spMkLst>
            <pc:docMk/>
            <pc:sldMk cId="0" sldId="259"/>
            <ac:spMk id="7" creationId="{892FF752-A9CB-7455-B707-0520ACCF50BE}"/>
          </ac:spMkLst>
        </pc:spChg>
        <pc:spChg chg="add mod">
          <ac:chgData name="Derya Sarıkayalar" userId="821aabb0dcc54366" providerId="LiveId" clId="{E6227757-4D34-436B-933F-0C0216BBCE7B}" dt="2024-10-14T18:33:48.539" v="926" actId="113"/>
          <ac:spMkLst>
            <pc:docMk/>
            <pc:sldMk cId="0" sldId="259"/>
            <ac:spMk id="8" creationId="{6ACDC76D-5E6B-298D-E492-45F2C4D39E0A}"/>
          </ac:spMkLst>
        </pc:spChg>
        <pc:spChg chg="add mod">
          <ac:chgData name="Derya Sarıkayalar" userId="821aabb0dcc54366" providerId="LiveId" clId="{E6227757-4D34-436B-933F-0C0216BBCE7B}" dt="2024-10-14T18:34:45.521" v="941" actId="20577"/>
          <ac:spMkLst>
            <pc:docMk/>
            <pc:sldMk cId="0" sldId="259"/>
            <ac:spMk id="9" creationId="{CA991BA8-5F25-F95B-0CE8-68E181957720}"/>
          </ac:spMkLst>
        </pc:spChg>
        <pc:spChg chg="mod">
          <ac:chgData name="Derya Sarıkayalar" userId="821aabb0dcc54366" providerId="LiveId" clId="{E6227757-4D34-436B-933F-0C0216BBCE7B}" dt="2024-10-14T18:35:24.591" v="947"/>
          <ac:spMkLst>
            <pc:docMk/>
            <pc:sldMk cId="0" sldId="259"/>
            <ac:spMk id="11" creationId="{3FD952DA-E7DF-7B4A-1738-5563C487B4D7}"/>
          </ac:spMkLst>
        </pc:spChg>
        <pc:spChg chg="mod">
          <ac:chgData name="Derya Sarıkayalar" userId="821aabb0dcc54366" providerId="LiveId" clId="{E6227757-4D34-436B-933F-0C0216BBCE7B}" dt="2024-10-14T18:35:24.591" v="947"/>
          <ac:spMkLst>
            <pc:docMk/>
            <pc:sldMk cId="0" sldId="259"/>
            <ac:spMk id="12" creationId="{7FA8F99B-1097-B278-55B4-164BF2D5FBB2}"/>
          </ac:spMkLst>
        </pc:spChg>
        <pc:spChg chg="mod">
          <ac:chgData name="Derya Sarıkayalar" userId="821aabb0dcc54366" providerId="LiveId" clId="{E6227757-4D34-436B-933F-0C0216BBCE7B}" dt="2024-10-14T18:35:24.591" v="947"/>
          <ac:spMkLst>
            <pc:docMk/>
            <pc:sldMk cId="0" sldId="259"/>
            <ac:spMk id="13" creationId="{501944C1-3903-8D61-C14B-5537802BCCE5}"/>
          </ac:spMkLst>
        </pc:spChg>
        <pc:spChg chg="mod">
          <ac:chgData name="Derya Sarıkayalar" userId="821aabb0dcc54366" providerId="LiveId" clId="{E6227757-4D34-436B-933F-0C0216BBCE7B}" dt="2024-10-14T18:35:24.591" v="947"/>
          <ac:spMkLst>
            <pc:docMk/>
            <pc:sldMk cId="0" sldId="259"/>
            <ac:spMk id="14" creationId="{990F7AD0-07C8-4418-672C-914E80C66373}"/>
          </ac:spMkLst>
        </pc:spChg>
        <pc:spChg chg="add mod">
          <ac:chgData name="Derya Sarıkayalar" userId="821aabb0dcc54366" providerId="LiveId" clId="{E6227757-4D34-436B-933F-0C0216BBCE7B}" dt="2024-10-14T18:37:55.346" v="1073" actId="20577"/>
          <ac:spMkLst>
            <pc:docMk/>
            <pc:sldMk cId="0" sldId="259"/>
            <ac:spMk id="15" creationId="{C8D02C30-D0F6-6E1B-0F13-F04CBF8229F1}"/>
          </ac:spMkLst>
        </pc:spChg>
        <pc:spChg chg="add del mod">
          <ac:chgData name="Derya Sarıkayalar" userId="821aabb0dcc54366" providerId="LiveId" clId="{E6227757-4D34-436B-933F-0C0216BBCE7B}" dt="2024-10-14T18:40:59.366" v="1102" actId="21"/>
          <ac:spMkLst>
            <pc:docMk/>
            <pc:sldMk cId="0" sldId="259"/>
            <ac:spMk id="16" creationId="{2C2D1FA4-0977-80E7-BF8B-7C1FC08D3E4B}"/>
          </ac:spMkLst>
        </pc:spChg>
        <pc:spChg chg="add del mod">
          <ac:chgData name="Derya Sarıkayalar" userId="821aabb0dcc54366" providerId="LiveId" clId="{E6227757-4D34-436B-933F-0C0216BBCE7B}" dt="2024-10-14T18:50:59.373" v="1169" actId="478"/>
          <ac:spMkLst>
            <pc:docMk/>
            <pc:sldMk cId="0" sldId="259"/>
            <ac:spMk id="18" creationId="{472895D7-035B-B239-8924-3C7A384A561E}"/>
          </ac:spMkLst>
        </pc:spChg>
        <pc:spChg chg="del">
          <ac:chgData name="Derya Sarıkayalar" userId="821aabb0dcc54366" providerId="LiveId" clId="{E6227757-4D34-436B-933F-0C0216BBCE7B}" dt="2024-10-14T18:38:33.964" v="1074" actId="478"/>
          <ac:spMkLst>
            <pc:docMk/>
            <pc:sldMk cId="0" sldId="259"/>
            <ac:spMk id="243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38:51.024" v="1087" actId="478"/>
          <ac:spMkLst>
            <pc:docMk/>
            <pc:sldMk cId="0" sldId="259"/>
            <ac:spMk id="245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38:53.840" v="1089" actId="478"/>
          <ac:spMkLst>
            <pc:docMk/>
            <pc:sldMk cId="0" sldId="259"/>
            <ac:spMk id="246" creationId="{00000000-0000-0000-0000-000000000000}"/>
          </ac:spMkLst>
        </pc:spChg>
        <pc:spChg chg="del mod">
          <ac:chgData name="Derya Sarıkayalar" userId="821aabb0dcc54366" providerId="LiveId" clId="{E6227757-4D34-436B-933F-0C0216BBCE7B}" dt="2024-10-14T18:38:46.886" v="1083" actId="478"/>
          <ac:spMkLst>
            <pc:docMk/>
            <pc:sldMk cId="0" sldId="259"/>
            <ac:spMk id="247" creationId="{00000000-0000-0000-0000-000000000000}"/>
          </ac:spMkLst>
        </pc:spChg>
        <pc:spChg chg="del mod">
          <ac:chgData name="Derya Sarıkayalar" userId="821aabb0dcc54366" providerId="LiveId" clId="{E6227757-4D34-436B-933F-0C0216BBCE7B}" dt="2024-10-14T18:38:50.150" v="1086" actId="478"/>
          <ac:spMkLst>
            <pc:docMk/>
            <pc:sldMk cId="0" sldId="259"/>
            <ac:spMk id="248" creationId="{00000000-0000-0000-0000-000000000000}"/>
          </ac:spMkLst>
        </pc:spChg>
        <pc:spChg chg="del mod">
          <ac:chgData name="Derya Sarıkayalar" userId="821aabb0dcc54366" providerId="LiveId" clId="{E6227757-4D34-436B-933F-0C0216BBCE7B}" dt="2024-10-14T18:38:55.885" v="1091" actId="478"/>
          <ac:spMkLst>
            <pc:docMk/>
            <pc:sldMk cId="0" sldId="259"/>
            <ac:spMk id="249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38:44.555" v="1080" actId="478"/>
          <ac:spMkLst>
            <pc:docMk/>
            <pc:sldMk cId="0" sldId="259"/>
            <ac:spMk id="250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38:47.775" v="1084" actId="478"/>
          <ac:spMkLst>
            <pc:docMk/>
            <pc:sldMk cId="0" sldId="259"/>
            <ac:spMk id="251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38:39.986" v="1075" actId="478"/>
          <ac:spMkLst>
            <pc:docMk/>
            <pc:sldMk cId="0" sldId="259"/>
            <ac:spMk id="253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38:42.200" v="1077" actId="478"/>
          <ac:spMkLst>
            <pc:docMk/>
            <pc:sldMk cId="0" sldId="259"/>
            <ac:spMk id="254" creationId="{00000000-0000-0000-0000-000000000000}"/>
          </ac:spMkLst>
        </pc:spChg>
        <pc:spChg chg="del mod">
          <ac:chgData name="Derya Sarıkayalar" userId="821aabb0dcc54366" providerId="LiveId" clId="{E6227757-4D34-436B-933F-0C0216BBCE7B}" dt="2024-10-14T18:32:16.090" v="894"/>
          <ac:spMkLst>
            <pc:docMk/>
            <pc:sldMk cId="0" sldId="259"/>
            <ac:spMk id="280" creationId="{00000000-0000-0000-0000-000000000000}"/>
          </ac:spMkLst>
        </pc:spChg>
        <pc:spChg chg="mod">
          <ac:chgData name="Derya Sarıkayalar" userId="821aabb0dcc54366" providerId="LiveId" clId="{E6227757-4D34-436B-933F-0C0216BBCE7B}" dt="2024-10-14T18:32:39.656" v="897" actId="6549"/>
          <ac:spMkLst>
            <pc:docMk/>
            <pc:sldMk cId="0" sldId="259"/>
            <ac:spMk id="281" creationId="{00000000-0000-0000-0000-000000000000}"/>
          </ac:spMkLst>
        </pc:spChg>
        <pc:spChg chg="mod">
          <ac:chgData name="Derya Sarıkayalar" userId="821aabb0dcc54366" providerId="LiveId" clId="{E6227757-4D34-436B-933F-0C0216BBCE7B}" dt="2024-10-14T18:33:56.883" v="927" actId="1076"/>
          <ac:spMkLst>
            <pc:docMk/>
            <pc:sldMk cId="0" sldId="259"/>
            <ac:spMk id="282" creationId="{00000000-0000-0000-0000-000000000000}"/>
          </ac:spMkLst>
        </pc:spChg>
        <pc:spChg chg="del mod">
          <ac:chgData name="Derya Sarıkayalar" userId="821aabb0dcc54366" providerId="LiveId" clId="{E6227757-4D34-436B-933F-0C0216BBCE7B}" dt="2024-10-14T18:34:13.272" v="928" actId="478"/>
          <ac:spMkLst>
            <pc:docMk/>
            <pc:sldMk cId="0" sldId="259"/>
            <ac:spMk id="283" creationId="{00000000-0000-0000-0000-000000000000}"/>
          </ac:spMkLst>
        </pc:spChg>
        <pc:spChg chg="mod">
          <ac:chgData name="Derya Sarıkayalar" userId="821aabb0dcc54366" providerId="LiveId" clId="{E6227757-4D34-436B-933F-0C0216BBCE7B}" dt="2024-10-14T18:42:51.588" v="1116" actId="255"/>
          <ac:spMkLst>
            <pc:docMk/>
            <pc:sldMk cId="0" sldId="259"/>
            <ac:spMk id="287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38:52.832" v="1088" actId="478"/>
          <ac:spMkLst>
            <pc:docMk/>
            <pc:sldMk cId="0" sldId="259"/>
            <ac:spMk id="288" creationId="{00000000-0000-0000-0000-000000000000}"/>
          </ac:spMkLst>
        </pc:spChg>
        <pc:grpChg chg="add mod">
          <ac:chgData name="Derya Sarıkayalar" userId="821aabb0dcc54366" providerId="LiveId" clId="{E6227757-4D34-436B-933F-0C0216BBCE7B}" dt="2024-10-14T18:35:28.517" v="948" actId="1076"/>
          <ac:grpSpMkLst>
            <pc:docMk/>
            <pc:sldMk cId="0" sldId="259"/>
            <ac:grpSpMk id="10" creationId="{F59853EC-A1B5-45B1-0BC7-9FACF12BB015}"/>
          </ac:grpSpMkLst>
        </pc:grpChg>
        <pc:picChg chg="del">
          <ac:chgData name="Derya Sarıkayalar" userId="821aabb0dcc54366" providerId="LiveId" clId="{E6227757-4D34-436B-933F-0C0216BBCE7B}" dt="2024-10-14T18:38:43.880" v="1079" actId="478"/>
          <ac:picMkLst>
            <pc:docMk/>
            <pc:sldMk cId="0" sldId="259"/>
            <ac:picMk id="5" creationId="{760E260B-1B7A-10E5-417A-79053161F9A6}"/>
          </ac:picMkLst>
        </pc:picChg>
        <pc:picChg chg="del">
          <ac:chgData name="Derya Sarıkayalar" userId="821aabb0dcc54366" providerId="LiveId" clId="{E6227757-4D34-436B-933F-0C0216BBCE7B}" dt="2024-10-14T18:38:41.102" v="1076" actId="478"/>
          <ac:picMkLst>
            <pc:docMk/>
            <pc:sldMk cId="0" sldId="259"/>
            <ac:picMk id="6" creationId="{12EBF526-E9EB-7BD4-561E-D3330FFD806C}"/>
          </ac:picMkLst>
        </pc:picChg>
        <pc:picChg chg="add mod">
          <ac:chgData name="Derya Sarıkayalar" userId="821aabb0dcc54366" providerId="LiveId" clId="{E6227757-4D34-436B-933F-0C0216BBCE7B}" dt="2024-10-14T18:42:26.123" v="1115" actId="14100"/>
          <ac:picMkLst>
            <pc:docMk/>
            <pc:sldMk cId="0" sldId="259"/>
            <ac:picMk id="17" creationId="{48933FDE-5D8C-3001-C6D9-1421626D204F}"/>
          </ac:picMkLst>
        </pc:picChg>
        <pc:picChg chg="add del mod">
          <ac:chgData name="Derya Sarıkayalar" userId="821aabb0dcc54366" providerId="LiveId" clId="{E6227757-4D34-436B-933F-0C0216BBCE7B}" dt="2024-10-14T18:59:37.569" v="1528" actId="21"/>
          <ac:picMkLst>
            <pc:docMk/>
            <pc:sldMk cId="0" sldId="259"/>
            <ac:picMk id="19" creationId="{EE36E1B2-7B55-DCF2-70C3-DD780687DCF5}"/>
          </ac:picMkLst>
        </pc:picChg>
        <pc:cxnChg chg="del">
          <ac:chgData name="Derya Sarıkayalar" userId="821aabb0dcc54366" providerId="LiveId" clId="{E6227757-4D34-436B-933F-0C0216BBCE7B}" dt="2024-10-14T18:38:43.054" v="1078" actId="478"/>
          <ac:cxnSpMkLst>
            <pc:docMk/>
            <pc:sldMk cId="0" sldId="259"/>
            <ac:cxnSpMk id="244" creationId="{00000000-0000-0000-0000-000000000000}"/>
          </ac:cxnSpMkLst>
        </pc:cxnChg>
      </pc:sldChg>
      <pc:sldChg chg="addSp delSp modSp del mod ord">
        <pc:chgData name="Derya Sarıkayalar" userId="821aabb0dcc54366" providerId="LiveId" clId="{E6227757-4D34-436B-933F-0C0216BBCE7B}" dt="2024-10-14T18:42:57.773" v="1117" actId="47"/>
        <pc:sldMkLst>
          <pc:docMk/>
          <pc:sldMk cId="0" sldId="261"/>
        </pc:sldMkLst>
        <pc:spChg chg="del">
          <ac:chgData name="Derya Sarıkayalar" userId="821aabb0dcc54366" providerId="LiveId" clId="{E6227757-4D34-436B-933F-0C0216BBCE7B}" dt="2024-10-14T18:36:27.520" v="976" actId="478"/>
          <ac:spMkLst>
            <pc:docMk/>
            <pc:sldMk cId="0" sldId="261"/>
            <ac:spMk id="2" creationId="{D7763B09-D019-25C9-7AE2-3CCD65D8CB6D}"/>
          </ac:spMkLst>
        </pc:spChg>
        <pc:spChg chg="del mod">
          <ac:chgData name="Derya Sarıkayalar" userId="821aabb0dcc54366" providerId="LiveId" clId="{E6227757-4D34-436B-933F-0C0216BBCE7B}" dt="2024-10-14T18:40:34.496" v="1099" actId="478"/>
          <ac:spMkLst>
            <pc:docMk/>
            <pc:sldMk cId="0" sldId="261"/>
            <ac:spMk id="3" creationId="{6B6CEA36-CC69-52A7-97A7-66704838C52D}"/>
          </ac:spMkLst>
        </pc:spChg>
        <pc:spChg chg="add mod">
          <ac:chgData name="Derya Sarıkayalar" userId="821aabb0dcc54366" providerId="LiveId" clId="{E6227757-4D34-436B-933F-0C0216BBCE7B}" dt="2024-10-14T18:41:06.217" v="1104" actId="1076"/>
          <ac:spMkLst>
            <pc:docMk/>
            <pc:sldMk cId="0" sldId="261"/>
            <ac:spMk id="16" creationId="{2C2D1FA4-0977-80E7-BF8B-7C1FC08D3E4B}"/>
          </ac:spMkLst>
        </pc:spChg>
        <pc:spChg chg="del">
          <ac:chgData name="Derya Sarıkayalar" userId="821aabb0dcc54366" providerId="LiveId" clId="{E6227757-4D34-436B-933F-0C0216BBCE7B}" dt="2024-10-14T18:35:02.847" v="942" actId="478"/>
          <ac:spMkLst>
            <pc:docMk/>
            <pc:sldMk cId="0" sldId="261"/>
            <ac:spMk id="316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35:03.868" v="943" actId="478"/>
          <ac:spMkLst>
            <pc:docMk/>
            <pc:sldMk cId="0" sldId="261"/>
            <ac:spMk id="317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35:04.787" v="944" actId="478"/>
          <ac:spMkLst>
            <pc:docMk/>
            <pc:sldMk cId="0" sldId="261"/>
            <ac:spMk id="318" creationId="{00000000-0000-0000-0000-000000000000}"/>
          </ac:spMkLst>
        </pc:spChg>
        <pc:spChg chg="del mod">
          <ac:chgData name="Derya Sarıkayalar" userId="821aabb0dcc54366" providerId="LiveId" clId="{E6227757-4D34-436B-933F-0C0216BBCE7B}" dt="2024-10-14T18:35:08.625" v="946" actId="478"/>
          <ac:spMkLst>
            <pc:docMk/>
            <pc:sldMk cId="0" sldId="261"/>
            <ac:spMk id="319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36:25.259" v="975" actId="478"/>
          <ac:spMkLst>
            <pc:docMk/>
            <pc:sldMk cId="0" sldId="261"/>
            <ac:spMk id="320" creationId="{00000000-0000-0000-0000-000000000000}"/>
          </ac:spMkLst>
        </pc:spChg>
        <pc:picChg chg="mod">
          <ac:chgData name="Derya Sarıkayalar" userId="821aabb0dcc54366" providerId="LiveId" clId="{E6227757-4D34-436B-933F-0C0216BBCE7B}" dt="2024-10-14T18:41:18.327" v="1105" actId="1076"/>
          <ac:picMkLst>
            <pc:docMk/>
            <pc:sldMk cId="0" sldId="261"/>
            <ac:picMk id="311" creationId="{00000000-0000-0000-0000-000000000000}"/>
          </ac:picMkLst>
        </pc:picChg>
      </pc:sldChg>
      <pc:sldChg chg="add del ord">
        <pc:chgData name="Derya Sarıkayalar" userId="821aabb0dcc54366" providerId="LiveId" clId="{E6227757-4D34-436B-933F-0C0216BBCE7B}" dt="2024-10-14T19:09:19.717" v="1792"/>
        <pc:sldMkLst>
          <pc:docMk/>
          <pc:sldMk cId="0" sldId="262"/>
        </pc:sldMkLst>
      </pc:sldChg>
      <pc:sldChg chg="addSp delSp modSp del mod ord">
        <pc:chgData name="Derya Sarıkayalar" userId="821aabb0dcc54366" providerId="LiveId" clId="{E6227757-4D34-436B-933F-0C0216BBCE7B}" dt="2024-10-14T18:55:23.659" v="1341" actId="47"/>
        <pc:sldMkLst>
          <pc:docMk/>
          <pc:sldMk cId="0" sldId="263"/>
        </pc:sldMkLst>
        <pc:spChg chg="del">
          <ac:chgData name="Derya Sarıkayalar" userId="821aabb0dcc54366" providerId="LiveId" clId="{E6227757-4D34-436B-933F-0C0216BBCE7B}" dt="2024-10-14T17:59:55.017" v="319" actId="478"/>
          <ac:spMkLst>
            <pc:docMk/>
            <pc:sldMk cId="0" sldId="263"/>
            <ac:spMk id="2" creationId="{E6EA6DCD-CE7F-FFFB-75EE-D70985FEA908}"/>
          </ac:spMkLst>
        </pc:spChg>
        <pc:spChg chg="del mod">
          <ac:chgData name="Derya Sarıkayalar" userId="821aabb0dcc54366" providerId="LiveId" clId="{E6227757-4D34-436B-933F-0C0216BBCE7B}" dt="2024-10-14T17:59:54.317" v="318" actId="478"/>
          <ac:spMkLst>
            <pc:docMk/>
            <pc:sldMk cId="0" sldId="263"/>
            <ac:spMk id="3" creationId="{14B6E9F8-1260-4500-44E9-56D2F98C23AC}"/>
          </ac:spMkLst>
        </pc:spChg>
        <pc:spChg chg="mod">
          <ac:chgData name="Derya Sarıkayalar" userId="821aabb0dcc54366" providerId="LiveId" clId="{E6227757-4D34-436B-933F-0C0216BBCE7B}" dt="2024-10-14T18:19:12.934" v="781" actId="20577"/>
          <ac:spMkLst>
            <pc:docMk/>
            <pc:sldMk cId="0" sldId="263"/>
            <ac:spMk id="340" creationId="{00000000-0000-0000-0000-000000000000}"/>
          </ac:spMkLst>
        </pc:spChg>
        <pc:graphicFrameChg chg="modGraphic">
          <ac:chgData name="Derya Sarıkayalar" userId="821aabb0dcc54366" providerId="LiveId" clId="{E6227757-4D34-436B-933F-0C0216BBCE7B}" dt="2024-10-14T18:02:02.634" v="349" actId="113"/>
          <ac:graphicFrameMkLst>
            <pc:docMk/>
            <pc:sldMk cId="0" sldId="263"/>
            <ac:graphicFrameMk id="7" creationId="{E8E19595-5777-86F1-F918-1A61150ACEE1}"/>
          </ac:graphicFrameMkLst>
        </pc:graphicFrameChg>
        <pc:picChg chg="add mod">
          <ac:chgData name="Derya Sarıkayalar" userId="821aabb0dcc54366" providerId="LiveId" clId="{E6227757-4D34-436B-933F-0C0216BBCE7B}" dt="2024-10-14T18:00:44.297" v="336" actId="1076"/>
          <ac:picMkLst>
            <pc:docMk/>
            <pc:sldMk cId="0" sldId="263"/>
            <ac:picMk id="10" creationId="{76C22311-7D92-B949-090D-6F4971CD3C3C}"/>
          </ac:picMkLst>
        </pc:picChg>
        <pc:picChg chg="add mod">
          <ac:chgData name="Derya Sarıkayalar" userId="821aabb0dcc54366" providerId="LiveId" clId="{E6227757-4D34-436B-933F-0C0216BBCE7B}" dt="2024-10-14T18:00:59.992" v="339" actId="1076"/>
          <ac:picMkLst>
            <pc:docMk/>
            <pc:sldMk cId="0" sldId="263"/>
            <ac:picMk id="11" creationId="{41AF11E0-6878-5FB8-7913-1DA241B95E5B}"/>
          </ac:picMkLst>
        </pc:picChg>
        <pc:picChg chg="add mod">
          <ac:chgData name="Derya Sarıkayalar" userId="821aabb0dcc54366" providerId="LiveId" clId="{E6227757-4D34-436B-933F-0C0216BBCE7B}" dt="2024-10-14T18:01:39.195" v="346" actId="1076"/>
          <ac:picMkLst>
            <pc:docMk/>
            <pc:sldMk cId="0" sldId="263"/>
            <ac:picMk id="12" creationId="{11A33990-C751-F224-3175-26C98123F839}"/>
          </ac:picMkLst>
        </pc:picChg>
        <pc:picChg chg="add mod">
          <ac:chgData name="Derya Sarıkayalar" userId="821aabb0dcc54366" providerId="LiveId" clId="{E6227757-4D34-436B-933F-0C0216BBCE7B}" dt="2024-10-14T18:01:48.935" v="348" actId="1076"/>
          <ac:picMkLst>
            <pc:docMk/>
            <pc:sldMk cId="0" sldId="263"/>
            <ac:picMk id="13" creationId="{0518268E-FF98-B915-5EA2-3F87C8D455D7}"/>
          </ac:picMkLst>
        </pc:picChg>
        <pc:picChg chg="del">
          <ac:chgData name="Derya Sarıkayalar" userId="821aabb0dcc54366" providerId="LiveId" clId="{E6227757-4D34-436B-933F-0C0216BBCE7B}" dt="2024-10-14T17:59:56.867" v="320" actId="478"/>
          <ac:picMkLst>
            <pc:docMk/>
            <pc:sldMk cId="0" sldId="263"/>
            <ac:picMk id="17" creationId="{EFC76DA6-F776-E750-576F-2CEBBADD5429}"/>
          </ac:picMkLst>
        </pc:picChg>
        <pc:picChg chg="del">
          <ac:chgData name="Derya Sarıkayalar" userId="821aabb0dcc54366" providerId="LiveId" clId="{E6227757-4D34-436B-933F-0C0216BBCE7B}" dt="2024-10-14T17:59:58.717" v="322" actId="478"/>
          <ac:picMkLst>
            <pc:docMk/>
            <pc:sldMk cId="0" sldId="263"/>
            <ac:picMk id="18" creationId="{2056F9BC-F40F-A35F-ECE2-8BC3B2532442}"/>
          </ac:picMkLst>
        </pc:picChg>
        <pc:picChg chg="del">
          <ac:chgData name="Derya Sarıkayalar" userId="821aabb0dcc54366" providerId="LiveId" clId="{E6227757-4D34-436B-933F-0C0216BBCE7B}" dt="2024-10-14T17:59:59.613" v="323" actId="478"/>
          <ac:picMkLst>
            <pc:docMk/>
            <pc:sldMk cId="0" sldId="263"/>
            <ac:picMk id="19" creationId="{F54E4DF2-B8A9-AA91-0D01-0C7114C34D7E}"/>
          </ac:picMkLst>
        </pc:picChg>
        <pc:picChg chg="del">
          <ac:chgData name="Derya Sarıkayalar" userId="821aabb0dcc54366" providerId="LiveId" clId="{E6227757-4D34-436B-933F-0C0216BBCE7B}" dt="2024-10-14T18:00:00.584" v="324" actId="478"/>
          <ac:picMkLst>
            <pc:docMk/>
            <pc:sldMk cId="0" sldId="263"/>
            <ac:picMk id="20" creationId="{FEDAD562-7FE6-B729-F6C5-C41D3A66217D}"/>
          </ac:picMkLst>
        </pc:picChg>
        <pc:picChg chg="del">
          <ac:chgData name="Derya Sarıkayalar" userId="821aabb0dcc54366" providerId="LiveId" clId="{E6227757-4D34-436B-933F-0C0216BBCE7B}" dt="2024-10-14T18:00:02" v="326" actId="478"/>
          <ac:picMkLst>
            <pc:docMk/>
            <pc:sldMk cId="0" sldId="263"/>
            <ac:picMk id="21" creationId="{506AF543-8F1D-3D8D-269F-46185D89672C}"/>
          </ac:picMkLst>
        </pc:picChg>
        <pc:picChg chg="mod">
          <ac:chgData name="Derya Sarıkayalar" userId="821aabb0dcc54366" providerId="LiveId" clId="{E6227757-4D34-436B-933F-0C0216BBCE7B}" dt="2024-10-14T18:00:18.625" v="332" actId="1076"/>
          <ac:picMkLst>
            <pc:docMk/>
            <pc:sldMk cId="0" sldId="263"/>
            <ac:picMk id="22" creationId="{5BF435A3-03CF-47FE-BDF3-512539E4D3D9}"/>
          </ac:picMkLst>
        </pc:picChg>
        <pc:picChg chg="del">
          <ac:chgData name="Derya Sarıkayalar" userId="821aabb0dcc54366" providerId="LiveId" clId="{E6227757-4D34-436B-933F-0C0216BBCE7B}" dt="2024-10-14T17:59:57.912" v="321" actId="478"/>
          <ac:picMkLst>
            <pc:docMk/>
            <pc:sldMk cId="0" sldId="263"/>
            <ac:picMk id="24" creationId="{5813CEE7-97D1-E1DA-B3C3-78A534821070}"/>
          </ac:picMkLst>
        </pc:picChg>
        <pc:picChg chg="del">
          <ac:chgData name="Derya Sarıkayalar" userId="821aabb0dcc54366" providerId="LiveId" clId="{E6227757-4D34-436B-933F-0C0216BBCE7B}" dt="2024-10-14T18:00:01.312" v="325" actId="478"/>
          <ac:picMkLst>
            <pc:docMk/>
            <pc:sldMk cId="0" sldId="263"/>
            <ac:picMk id="28" creationId="{FEB87A25-C051-BE27-E1F2-F871D9D8FB33}"/>
          </ac:picMkLst>
        </pc:picChg>
        <pc:picChg chg="mod">
          <ac:chgData name="Derya Sarıkayalar" userId="821aabb0dcc54366" providerId="LiveId" clId="{E6227757-4D34-436B-933F-0C0216BBCE7B}" dt="2024-10-14T18:00:23.534" v="333" actId="1076"/>
          <ac:picMkLst>
            <pc:docMk/>
            <pc:sldMk cId="0" sldId="263"/>
            <ac:picMk id="44" creationId="{B886F0F9-319A-7A5A-BD5F-394955DAE34D}"/>
          </ac:picMkLst>
        </pc:picChg>
        <pc:picChg chg="del">
          <ac:chgData name="Derya Sarıkayalar" userId="821aabb0dcc54366" providerId="LiveId" clId="{E6227757-4D34-436B-933F-0C0216BBCE7B}" dt="2024-10-14T18:00:40.256" v="335" actId="478"/>
          <ac:picMkLst>
            <pc:docMk/>
            <pc:sldMk cId="0" sldId="263"/>
            <ac:picMk id="45" creationId="{E5A3AE0E-4DCD-4801-5B91-A57E26D188D3}"/>
          </ac:picMkLst>
        </pc:picChg>
        <pc:picChg chg="del">
          <ac:chgData name="Derya Sarıkayalar" userId="821aabb0dcc54366" providerId="LiveId" clId="{E6227757-4D34-436B-933F-0C0216BBCE7B}" dt="2024-10-14T18:00:47.161" v="337" actId="478"/>
          <ac:picMkLst>
            <pc:docMk/>
            <pc:sldMk cId="0" sldId="263"/>
            <ac:picMk id="46" creationId="{75FB6387-6091-DC94-A489-15DC8C743D88}"/>
          </ac:picMkLst>
        </pc:picChg>
        <pc:picChg chg="del">
          <ac:chgData name="Derya Sarıkayalar" userId="821aabb0dcc54366" providerId="LiveId" clId="{E6227757-4D34-436B-933F-0C0216BBCE7B}" dt="2024-10-14T18:00:02.705" v="327" actId="478"/>
          <ac:picMkLst>
            <pc:docMk/>
            <pc:sldMk cId="0" sldId="263"/>
            <ac:picMk id="47" creationId="{B220ECC5-44C4-9743-F000-F998958708B5}"/>
          </ac:picMkLst>
        </pc:picChg>
        <pc:picChg chg="del">
          <ac:chgData name="Derya Sarıkayalar" userId="821aabb0dcc54366" providerId="LiveId" clId="{E6227757-4D34-436B-933F-0C0216BBCE7B}" dt="2024-10-14T18:00:03.756" v="328" actId="478"/>
          <ac:picMkLst>
            <pc:docMk/>
            <pc:sldMk cId="0" sldId="263"/>
            <ac:picMk id="48" creationId="{1BB6E2E6-618D-E144-3869-901052DE5A88}"/>
          </ac:picMkLst>
        </pc:picChg>
        <pc:picChg chg="del">
          <ac:chgData name="Derya Sarıkayalar" userId="821aabb0dcc54366" providerId="LiveId" clId="{E6227757-4D34-436B-933F-0C0216BBCE7B}" dt="2024-10-14T18:00:04.863" v="329" actId="478"/>
          <ac:picMkLst>
            <pc:docMk/>
            <pc:sldMk cId="0" sldId="263"/>
            <ac:picMk id="49" creationId="{254399C0-5250-C2FC-BCE4-41A81A8F0CC6}"/>
          </ac:picMkLst>
        </pc:picChg>
        <pc:picChg chg="del">
          <ac:chgData name="Derya Sarıkayalar" userId="821aabb0dcc54366" providerId="LiveId" clId="{E6227757-4D34-436B-933F-0C0216BBCE7B}" dt="2024-10-14T18:00:05.721" v="330" actId="478"/>
          <ac:picMkLst>
            <pc:docMk/>
            <pc:sldMk cId="0" sldId="263"/>
            <ac:picMk id="50" creationId="{366D9894-03F3-142C-D6C7-A6C42F262D15}"/>
          </ac:picMkLst>
        </pc:picChg>
        <pc:picChg chg="del">
          <ac:chgData name="Derya Sarıkayalar" userId="821aabb0dcc54366" providerId="LiveId" clId="{E6227757-4D34-436B-933F-0C0216BBCE7B}" dt="2024-10-14T18:01:18.316" v="343" actId="478"/>
          <ac:picMkLst>
            <pc:docMk/>
            <pc:sldMk cId="0" sldId="263"/>
            <ac:picMk id="345" creationId="{00000000-0000-0000-0000-000000000000}"/>
          </ac:picMkLst>
        </pc:picChg>
        <pc:picChg chg="del">
          <ac:chgData name="Derya Sarıkayalar" userId="821aabb0dcc54366" providerId="LiveId" clId="{E6227757-4D34-436B-933F-0C0216BBCE7B}" dt="2024-10-14T18:01:21.033" v="344" actId="478"/>
          <ac:picMkLst>
            <pc:docMk/>
            <pc:sldMk cId="0" sldId="263"/>
            <ac:picMk id="346" creationId="{00000000-0000-0000-0000-000000000000}"/>
          </ac:picMkLst>
        </pc:picChg>
      </pc:sldChg>
      <pc:sldChg chg="modSp mod">
        <pc:chgData name="Derya Sarıkayalar" userId="821aabb0dcc54366" providerId="LiveId" clId="{E6227757-4D34-436B-933F-0C0216BBCE7B}" dt="2024-10-14T19:16:35.208" v="2166" actId="20577"/>
        <pc:sldMkLst>
          <pc:docMk/>
          <pc:sldMk cId="0" sldId="264"/>
        </pc:sldMkLst>
        <pc:spChg chg="mod">
          <ac:chgData name="Derya Sarıkayalar" userId="821aabb0dcc54366" providerId="LiveId" clId="{E6227757-4D34-436B-933F-0C0216BBCE7B}" dt="2024-10-14T19:13:03.514" v="1877" actId="20577"/>
          <ac:spMkLst>
            <pc:docMk/>
            <pc:sldMk cId="0" sldId="264"/>
            <ac:spMk id="352" creationId="{00000000-0000-0000-0000-000000000000}"/>
          </ac:spMkLst>
        </pc:spChg>
        <pc:spChg chg="mod">
          <ac:chgData name="Derya Sarıkayalar" userId="821aabb0dcc54366" providerId="LiveId" clId="{E6227757-4D34-436B-933F-0C0216BBCE7B}" dt="2024-10-14T19:15:49.867" v="2067" actId="20577"/>
          <ac:spMkLst>
            <pc:docMk/>
            <pc:sldMk cId="0" sldId="264"/>
            <ac:spMk id="365" creationId="{00000000-0000-0000-0000-000000000000}"/>
          </ac:spMkLst>
        </pc:spChg>
        <pc:spChg chg="mod">
          <ac:chgData name="Derya Sarıkayalar" userId="821aabb0dcc54366" providerId="LiveId" clId="{E6227757-4D34-436B-933F-0C0216BBCE7B}" dt="2024-10-14T19:16:35.208" v="2166" actId="20577"/>
          <ac:spMkLst>
            <pc:docMk/>
            <pc:sldMk cId="0" sldId="264"/>
            <ac:spMk id="369" creationId="{00000000-0000-0000-0000-000000000000}"/>
          </ac:spMkLst>
        </pc:spChg>
      </pc:sldChg>
      <pc:sldChg chg="delSp modSp mod ord">
        <pc:chgData name="Derya Sarıkayalar" userId="821aabb0dcc54366" providerId="LiveId" clId="{E6227757-4D34-436B-933F-0C0216BBCE7B}" dt="2024-10-14T19:13:06.922" v="1879"/>
        <pc:sldMkLst>
          <pc:docMk/>
          <pc:sldMk cId="0" sldId="265"/>
        </pc:sldMkLst>
        <pc:spChg chg="mod">
          <ac:chgData name="Derya Sarıkayalar" userId="821aabb0dcc54366" providerId="LiveId" clId="{E6227757-4D34-436B-933F-0C0216BBCE7B}" dt="2024-10-14T19:11:52.834" v="1840" actId="20577"/>
          <ac:spMkLst>
            <pc:docMk/>
            <pc:sldMk cId="0" sldId="265"/>
            <ac:spMk id="382" creationId="{00000000-0000-0000-0000-000000000000}"/>
          </ac:spMkLst>
        </pc:spChg>
        <pc:spChg chg="mod">
          <ac:chgData name="Derya Sarıkayalar" userId="821aabb0dcc54366" providerId="LiveId" clId="{E6227757-4D34-436B-933F-0C0216BBCE7B}" dt="2024-10-14T18:03:24.582" v="389" actId="20577"/>
          <ac:spMkLst>
            <pc:docMk/>
            <pc:sldMk cId="0" sldId="265"/>
            <ac:spMk id="408" creationId="{00000000-0000-0000-0000-000000000000}"/>
          </ac:spMkLst>
        </pc:spChg>
        <pc:spChg chg="mod">
          <ac:chgData name="Derya Sarıkayalar" userId="821aabb0dcc54366" providerId="LiveId" clId="{E6227757-4D34-436B-933F-0C0216BBCE7B}" dt="2024-10-14T18:05:29.894" v="459" actId="1076"/>
          <ac:spMkLst>
            <pc:docMk/>
            <pc:sldMk cId="0" sldId="265"/>
            <ac:spMk id="414" creationId="{00000000-0000-0000-0000-000000000000}"/>
          </ac:spMkLst>
        </pc:spChg>
        <pc:spChg chg="mod">
          <ac:chgData name="Derya Sarıkayalar" userId="821aabb0dcc54366" providerId="LiveId" clId="{E6227757-4D34-436B-933F-0C0216BBCE7B}" dt="2024-10-14T17:59:06.250" v="316" actId="6549"/>
          <ac:spMkLst>
            <pc:docMk/>
            <pc:sldMk cId="0" sldId="265"/>
            <ac:spMk id="415" creationId="{00000000-0000-0000-0000-000000000000}"/>
          </ac:spMkLst>
        </pc:spChg>
        <pc:picChg chg="del">
          <ac:chgData name="Derya Sarıkayalar" userId="821aabb0dcc54366" providerId="LiveId" clId="{E6227757-4D34-436B-933F-0C0216BBCE7B}" dt="2024-10-14T18:24:42.537" v="841" actId="478"/>
          <ac:picMkLst>
            <pc:docMk/>
            <pc:sldMk cId="0" sldId="265"/>
            <ac:picMk id="2" creationId="{6D4B120D-6259-1A45-0D35-0EB501AEFC5D}"/>
          </ac:picMkLst>
        </pc:picChg>
      </pc:sldChg>
      <pc:sldChg chg="del">
        <pc:chgData name="Derya Sarıkayalar" userId="821aabb0dcc54366" providerId="LiveId" clId="{E6227757-4D34-436B-933F-0C0216BBCE7B}" dt="2024-10-14T19:08:56.309" v="1788" actId="47"/>
        <pc:sldMkLst>
          <pc:docMk/>
          <pc:sldMk cId="1576621525" sldId="269"/>
        </pc:sldMkLst>
      </pc:sldChg>
      <pc:sldChg chg="del ord">
        <pc:chgData name="Derya Sarıkayalar" userId="821aabb0dcc54366" providerId="LiveId" clId="{E6227757-4D34-436B-933F-0C0216BBCE7B}" dt="2024-10-14T18:48:11.833" v="1155" actId="47"/>
        <pc:sldMkLst>
          <pc:docMk/>
          <pc:sldMk cId="2175606232" sldId="296"/>
        </pc:sldMkLst>
      </pc:sldChg>
      <pc:sldChg chg="delSp del mod ord">
        <pc:chgData name="Derya Sarıkayalar" userId="821aabb0dcc54366" providerId="LiveId" clId="{E6227757-4D34-436B-933F-0C0216BBCE7B}" dt="2024-10-14T18:18:22.707" v="758" actId="47"/>
        <pc:sldMkLst>
          <pc:docMk/>
          <pc:sldMk cId="2582160361" sldId="300"/>
        </pc:sldMkLst>
        <pc:spChg chg="del">
          <ac:chgData name="Derya Sarıkayalar" userId="821aabb0dcc54366" providerId="LiveId" clId="{E6227757-4D34-436B-933F-0C0216BBCE7B}" dt="2024-10-14T18:06:59.857" v="461" actId="478"/>
          <ac:spMkLst>
            <pc:docMk/>
            <pc:sldMk cId="2582160361" sldId="300"/>
            <ac:spMk id="10" creationId="{8E4B632C-8833-4077-6B01-E507F5ED2152}"/>
          </ac:spMkLst>
        </pc:spChg>
        <pc:spChg chg="del">
          <ac:chgData name="Derya Sarıkayalar" userId="821aabb0dcc54366" providerId="LiveId" clId="{E6227757-4D34-436B-933F-0C0216BBCE7B}" dt="2024-10-14T18:07:07.926" v="463" actId="478"/>
          <ac:spMkLst>
            <pc:docMk/>
            <pc:sldMk cId="2582160361" sldId="300"/>
            <ac:spMk id="62" creationId="{D3E95E23-B8C4-F6AB-A412-4961C2A42724}"/>
          </ac:spMkLst>
        </pc:spChg>
        <pc:grpChg chg="del">
          <ac:chgData name="Derya Sarıkayalar" userId="821aabb0dcc54366" providerId="LiveId" clId="{E6227757-4D34-436B-933F-0C0216BBCE7B}" dt="2024-10-14T18:07:04.115" v="462" actId="478"/>
          <ac:grpSpMkLst>
            <pc:docMk/>
            <pc:sldMk cId="2582160361" sldId="300"/>
            <ac:grpSpMk id="6" creationId="{209BBA8E-893C-24CF-0C1F-0D79BB5D8215}"/>
          </ac:grpSpMkLst>
        </pc:grpChg>
      </pc:sldChg>
      <pc:sldChg chg="addSp delSp modSp mod">
        <pc:chgData name="Derya Sarıkayalar" userId="821aabb0dcc54366" providerId="LiveId" clId="{E6227757-4D34-436B-933F-0C0216BBCE7B}" dt="2024-10-14T18:50:40.834" v="1168" actId="1076"/>
        <pc:sldMkLst>
          <pc:docMk/>
          <pc:sldMk cId="1591345855" sldId="340"/>
        </pc:sldMkLst>
        <pc:spChg chg="add mod">
          <ac:chgData name="Derya Sarıkayalar" userId="821aabb0dcc54366" providerId="LiveId" clId="{E6227757-4D34-436B-933F-0C0216BBCE7B}" dt="2024-10-14T18:45:17.750" v="1137" actId="1076"/>
          <ac:spMkLst>
            <pc:docMk/>
            <pc:sldMk cId="1591345855" sldId="340"/>
            <ac:spMk id="2" creationId="{BA97EF6E-C15A-2128-E66F-7C6675847C67}"/>
          </ac:spMkLst>
        </pc:spChg>
        <pc:spChg chg="add mod">
          <ac:chgData name="Derya Sarıkayalar" userId="821aabb0dcc54366" providerId="LiveId" clId="{E6227757-4D34-436B-933F-0C0216BBCE7B}" dt="2024-10-14T18:45:33.560" v="1139" actId="1076"/>
          <ac:spMkLst>
            <pc:docMk/>
            <pc:sldMk cId="1591345855" sldId="340"/>
            <ac:spMk id="3" creationId="{F179CE22-AB9B-3426-6B93-10BEC69D58E4}"/>
          </ac:spMkLst>
        </pc:spChg>
        <pc:spChg chg="add mod">
          <ac:chgData name="Derya Sarıkayalar" userId="821aabb0dcc54366" providerId="LiveId" clId="{E6227757-4D34-436B-933F-0C0216BBCE7B}" dt="2024-10-14T18:45:48.946" v="1141" actId="1076"/>
          <ac:spMkLst>
            <pc:docMk/>
            <pc:sldMk cId="1591345855" sldId="340"/>
            <ac:spMk id="5" creationId="{57909AA3-C13B-F8B7-0C0C-81F9FC4B118C}"/>
          </ac:spMkLst>
        </pc:spChg>
        <pc:spChg chg="add mod">
          <ac:chgData name="Derya Sarıkayalar" userId="821aabb0dcc54366" providerId="LiveId" clId="{E6227757-4D34-436B-933F-0C0216BBCE7B}" dt="2024-10-14T18:46:16.078" v="1143" actId="1076"/>
          <ac:spMkLst>
            <pc:docMk/>
            <pc:sldMk cId="1591345855" sldId="340"/>
            <ac:spMk id="8" creationId="{9A8AA5C5-D8FD-4663-CBFB-CBD09125F987}"/>
          </ac:spMkLst>
        </pc:spChg>
        <pc:spChg chg="add mod">
          <ac:chgData name="Derya Sarıkayalar" userId="821aabb0dcc54366" providerId="LiveId" clId="{E6227757-4D34-436B-933F-0C0216BBCE7B}" dt="2024-10-14T18:46:44.179" v="1146" actId="1076"/>
          <ac:spMkLst>
            <pc:docMk/>
            <pc:sldMk cId="1591345855" sldId="340"/>
            <ac:spMk id="10" creationId="{9DB941CD-CCE8-81FA-4CBF-04156C493D5A}"/>
          </ac:spMkLst>
        </pc:spChg>
        <pc:spChg chg="mod">
          <ac:chgData name="Derya Sarıkayalar" userId="821aabb0dcc54366" providerId="LiveId" clId="{E6227757-4D34-436B-933F-0C0216BBCE7B}" dt="2024-10-14T18:15:35.747" v="747" actId="20577"/>
          <ac:spMkLst>
            <pc:docMk/>
            <pc:sldMk cId="1591345855" sldId="340"/>
            <ac:spMk id="11" creationId="{9A01C07C-5169-7CE5-9FB0-40BED8CD04AA}"/>
          </ac:spMkLst>
        </pc:spChg>
        <pc:spChg chg="mod">
          <ac:chgData name="Derya Sarıkayalar" userId="821aabb0dcc54366" providerId="LiveId" clId="{E6227757-4D34-436B-933F-0C0216BBCE7B}" dt="2024-10-14T18:48:52.839" v="1159" actId="1076"/>
          <ac:spMkLst>
            <pc:docMk/>
            <pc:sldMk cId="1591345855" sldId="340"/>
            <ac:spMk id="12" creationId="{36B3D337-BF30-9E08-CA51-9E1DF88BB84C}"/>
          </ac:spMkLst>
        </pc:spChg>
        <pc:spChg chg="add mod">
          <ac:chgData name="Derya Sarıkayalar" userId="821aabb0dcc54366" providerId="LiveId" clId="{E6227757-4D34-436B-933F-0C0216BBCE7B}" dt="2024-10-14T18:47:05.324" v="1148" actId="1076"/>
          <ac:spMkLst>
            <pc:docMk/>
            <pc:sldMk cId="1591345855" sldId="340"/>
            <ac:spMk id="13" creationId="{78C7013A-1EC2-10CC-BD25-18A615DB7A0F}"/>
          </ac:spMkLst>
        </pc:spChg>
        <pc:spChg chg="add mod">
          <ac:chgData name="Derya Sarıkayalar" userId="821aabb0dcc54366" providerId="LiveId" clId="{E6227757-4D34-436B-933F-0C0216BBCE7B}" dt="2024-10-14T18:47:32.527" v="1150" actId="1076"/>
          <ac:spMkLst>
            <pc:docMk/>
            <pc:sldMk cId="1591345855" sldId="340"/>
            <ac:spMk id="15" creationId="{583AD221-059A-AD0C-4508-1144789C7DB2}"/>
          </ac:spMkLst>
        </pc:spChg>
        <pc:spChg chg="add mod">
          <ac:chgData name="Derya Sarıkayalar" userId="821aabb0dcc54366" providerId="LiveId" clId="{E6227757-4D34-436B-933F-0C0216BBCE7B}" dt="2024-10-14T18:47:50.529" v="1152" actId="1076"/>
          <ac:spMkLst>
            <pc:docMk/>
            <pc:sldMk cId="1591345855" sldId="340"/>
            <ac:spMk id="16" creationId="{6834237D-4AF7-1C87-9AD1-06CC74B2A2A7}"/>
          </ac:spMkLst>
        </pc:spChg>
        <pc:spChg chg="add mod">
          <ac:chgData name="Derya Sarıkayalar" userId="821aabb0dcc54366" providerId="LiveId" clId="{E6227757-4D34-436B-933F-0C0216BBCE7B}" dt="2024-10-14T18:48:06.462" v="1154" actId="1076"/>
          <ac:spMkLst>
            <pc:docMk/>
            <pc:sldMk cId="1591345855" sldId="340"/>
            <ac:spMk id="17" creationId="{8F1F6F93-42C1-FD00-6EEC-296DF340C579}"/>
          </ac:spMkLst>
        </pc:spChg>
        <pc:spChg chg="add mod">
          <ac:chgData name="Derya Sarıkayalar" userId="821aabb0dcc54366" providerId="LiveId" clId="{E6227757-4D34-436B-933F-0C0216BBCE7B}" dt="2024-10-14T18:50:40.834" v="1168" actId="1076"/>
          <ac:spMkLst>
            <pc:docMk/>
            <pc:sldMk cId="1591345855" sldId="340"/>
            <ac:spMk id="18" creationId="{A7A97558-2614-66BE-8429-87DC5636CAB9}"/>
          </ac:spMkLst>
        </pc:spChg>
        <pc:picChg chg="mod">
          <ac:chgData name="Derya Sarıkayalar" userId="821aabb0dcc54366" providerId="LiveId" clId="{E6227757-4D34-436B-933F-0C0216BBCE7B}" dt="2024-10-14T18:15:54.710" v="748" actId="1076"/>
          <ac:picMkLst>
            <pc:docMk/>
            <pc:sldMk cId="1591345855" sldId="340"/>
            <ac:picMk id="9" creationId="{490FE0D8-AF91-1B9D-2ABA-B104897E2BA1}"/>
          </ac:picMkLst>
        </pc:picChg>
        <pc:picChg chg="del mod">
          <ac:chgData name="Derya Sarıkayalar" userId="821aabb0dcc54366" providerId="LiveId" clId="{E6227757-4D34-436B-933F-0C0216BBCE7B}" dt="2024-10-14T18:50:08.331" v="1161" actId="21"/>
          <ac:picMkLst>
            <pc:docMk/>
            <pc:sldMk cId="1591345855" sldId="340"/>
            <ac:picMk id="14" creationId="{D4A7A90E-EB01-B553-DBE0-13F647B27DFE}"/>
          </ac:picMkLst>
        </pc:picChg>
      </pc:sldChg>
      <pc:sldChg chg="del">
        <pc:chgData name="Derya Sarıkayalar" userId="821aabb0dcc54366" providerId="LiveId" clId="{E6227757-4D34-436B-933F-0C0216BBCE7B}" dt="2024-10-14T18:22:25.593" v="788" actId="47"/>
        <pc:sldMkLst>
          <pc:docMk/>
          <pc:sldMk cId="4202442063" sldId="1231"/>
        </pc:sldMkLst>
      </pc:sldChg>
      <pc:sldChg chg="modSp mod">
        <pc:chgData name="Derya Sarıkayalar" userId="821aabb0dcc54366" providerId="LiveId" clId="{E6227757-4D34-436B-933F-0C0216BBCE7B}" dt="2024-10-14T18:26:09.221" v="868" actId="20577"/>
        <pc:sldMkLst>
          <pc:docMk/>
          <pc:sldMk cId="2904191144" sldId="1236"/>
        </pc:sldMkLst>
        <pc:spChg chg="mod">
          <ac:chgData name="Derya Sarıkayalar" userId="821aabb0dcc54366" providerId="LiveId" clId="{E6227757-4D34-436B-933F-0C0216BBCE7B}" dt="2024-10-14T18:26:09.221" v="868" actId="20577"/>
          <ac:spMkLst>
            <pc:docMk/>
            <pc:sldMk cId="2904191144" sldId="1236"/>
            <ac:spMk id="14" creationId="{06C13926-F0B4-325E-A2AE-DC1EC37E60E6}"/>
          </ac:spMkLst>
        </pc:spChg>
        <pc:picChg chg="mod">
          <ac:chgData name="Derya Sarıkayalar" userId="821aabb0dcc54366" providerId="LiveId" clId="{E6227757-4D34-436B-933F-0C0216BBCE7B}" dt="2024-10-14T18:25:58.701" v="855" actId="1076"/>
          <ac:picMkLst>
            <pc:docMk/>
            <pc:sldMk cId="2904191144" sldId="1236"/>
            <ac:picMk id="13" creationId="{BE854860-047D-89B6-691C-1B6C448305C0}"/>
          </ac:picMkLst>
        </pc:picChg>
      </pc:sldChg>
      <pc:sldChg chg="addSp modSp mod ord">
        <pc:chgData name="Derya Sarıkayalar" userId="821aabb0dcc54366" providerId="LiveId" clId="{E6227757-4D34-436B-933F-0C0216BBCE7B}" dt="2024-10-14T19:00:29.998" v="1534" actId="1076"/>
        <pc:sldMkLst>
          <pc:docMk/>
          <pc:sldMk cId="1006788933" sldId="1287"/>
        </pc:sldMkLst>
        <pc:spChg chg="mod">
          <ac:chgData name="Derya Sarıkayalar" userId="821aabb0dcc54366" providerId="LiveId" clId="{E6227757-4D34-436B-933F-0C0216BBCE7B}" dt="2024-10-14T18:17:47.368" v="757" actId="20577"/>
          <ac:spMkLst>
            <pc:docMk/>
            <pc:sldMk cId="1006788933" sldId="1287"/>
            <ac:spMk id="5" creationId="{2463761F-3076-FB44-AE6A-E1AC4EEB1C79}"/>
          </ac:spMkLst>
        </pc:spChg>
        <pc:spChg chg="add mod">
          <ac:chgData name="Derya Sarıkayalar" userId="821aabb0dcc54366" providerId="LiveId" clId="{E6227757-4D34-436B-933F-0C0216BBCE7B}" dt="2024-10-14T18:58:39.871" v="1521" actId="1076"/>
          <ac:spMkLst>
            <pc:docMk/>
            <pc:sldMk cId="1006788933" sldId="1287"/>
            <ac:spMk id="6" creationId="{1C3F5F72-66A4-A369-7F26-5AE0A9C4D955}"/>
          </ac:spMkLst>
        </pc:spChg>
        <pc:spChg chg="mod">
          <ac:chgData name="Derya Sarıkayalar" userId="821aabb0dcc54366" providerId="LiveId" clId="{E6227757-4D34-436B-933F-0C0216BBCE7B}" dt="2024-10-14T18:59:08.114" v="1525" actId="1076"/>
          <ac:spMkLst>
            <pc:docMk/>
            <pc:sldMk cId="1006788933" sldId="1287"/>
            <ac:spMk id="7" creationId="{20031696-B42A-DDF2-3700-4704EC764C77}"/>
          </ac:spMkLst>
        </pc:spChg>
        <pc:spChg chg="mod">
          <ac:chgData name="Derya Sarıkayalar" userId="821aabb0dcc54366" providerId="LiveId" clId="{E6227757-4D34-436B-933F-0C0216BBCE7B}" dt="2024-10-14T18:59:09.719" v="1526" actId="1076"/>
          <ac:spMkLst>
            <pc:docMk/>
            <pc:sldMk cId="1006788933" sldId="1287"/>
            <ac:spMk id="8" creationId="{23771FFE-52E8-5B52-D1F6-4CA96F4F7717}"/>
          </ac:spMkLst>
        </pc:spChg>
        <pc:spChg chg="mod">
          <ac:chgData name="Derya Sarıkayalar" userId="821aabb0dcc54366" providerId="LiveId" clId="{E6227757-4D34-436B-933F-0C0216BBCE7B}" dt="2024-10-14T18:59:05.888" v="1524" actId="1076"/>
          <ac:spMkLst>
            <pc:docMk/>
            <pc:sldMk cId="1006788933" sldId="1287"/>
            <ac:spMk id="9" creationId="{42776F16-287D-06C0-A9C4-F30AECFADC12}"/>
          </ac:spMkLst>
        </pc:spChg>
        <pc:spChg chg="mod">
          <ac:chgData name="Derya Sarıkayalar" userId="821aabb0dcc54366" providerId="LiveId" clId="{E6227757-4D34-436B-933F-0C0216BBCE7B}" dt="2024-10-14T18:59:11.682" v="1527" actId="1076"/>
          <ac:spMkLst>
            <pc:docMk/>
            <pc:sldMk cId="1006788933" sldId="1287"/>
            <ac:spMk id="13" creationId="{F3BC07E7-E7F7-D06F-5C56-ABB4AAC2E798}"/>
          </ac:spMkLst>
        </pc:spChg>
        <pc:spChg chg="mod">
          <ac:chgData name="Derya Sarıkayalar" userId="821aabb0dcc54366" providerId="LiveId" clId="{E6227757-4D34-436B-933F-0C0216BBCE7B}" dt="2024-10-14T18:55:05.850" v="1340" actId="20577"/>
          <ac:spMkLst>
            <pc:docMk/>
            <pc:sldMk cId="1006788933" sldId="1287"/>
            <ac:spMk id="14" creationId="{2903967F-B90D-2D30-78CE-4FC8711754C3}"/>
          </ac:spMkLst>
        </pc:spChg>
        <pc:spChg chg="mod">
          <ac:chgData name="Derya Sarıkayalar" userId="821aabb0dcc54366" providerId="LiveId" clId="{E6227757-4D34-436B-933F-0C0216BBCE7B}" dt="2024-10-14T18:56:22.496" v="1407" actId="20577"/>
          <ac:spMkLst>
            <pc:docMk/>
            <pc:sldMk cId="1006788933" sldId="1287"/>
            <ac:spMk id="15" creationId="{B5D07CB1-AF46-677F-1138-16555D516E67}"/>
          </ac:spMkLst>
        </pc:spChg>
        <pc:spChg chg="mod">
          <ac:chgData name="Derya Sarıkayalar" userId="821aabb0dcc54366" providerId="LiveId" clId="{E6227757-4D34-436B-933F-0C0216BBCE7B}" dt="2024-10-14T18:57:04.239" v="1460" actId="20577"/>
          <ac:spMkLst>
            <pc:docMk/>
            <pc:sldMk cId="1006788933" sldId="1287"/>
            <ac:spMk id="16" creationId="{7A917345-7C47-3BE1-CF69-D5C2540719F9}"/>
          </ac:spMkLst>
        </pc:spChg>
        <pc:picChg chg="mod">
          <ac:chgData name="Derya Sarıkayalar" userId="821aabb0dcc54366" providerId="LiveId" clId="{E6227757-4D34-436B-933F-0C0216BBCE7B}" dt="2024-10-14T19:00:12.717" v="1533" actId="1076"/>
          <ac:picMkLst>
            <pc:docMk/>
            <pc:sldMk cId="1006788933" sldId="1287"/>
            <ac:picMk id="4" creationId="{4C0DC7A5-B2C4-0E5B-9C48-F3F368D4DDDB}"/>
          </ac:picMkLst>
        </pc:picChg>
        <pc:picChg chg="add mod">
          <ac:chgData name="Derya Sarıkayalar" userId="821aabb0dcc54366" providerId="LiveId" clId="{E6227757-4D34-436B-933F-0C0216BBCE7B}" dt="2024-10-14T19:00:29.998" v="1534" actId="1076"/>
          <ac:picMkLst>
            <pc:docMk/>
            <pc:sldMk cId="1006788933" sldId="1287"/>
            <ac:picMk id="10" creationId="{0EFDD88F-DDF0-C2C7-26E9-5592001054A4}"/>
          </ac:picMkLst>
        </pc:picChg>
      </pc:sldChg>
      <pc:sldChg chg="delSp modSp mod">
        <pc:chgData name="Derya Sarıkayalar" userId="821aabb0dcc54366" providerId="LiveId" clId="{E6227757-4D34-436B-933F-0C0216BBCE7B}" dt="2024-10-14T18:24:31.860" v="840" actId="14100"/>
        <pc:sldMkLst>
          <pc:docMk/>
          <pc:sldMk cId="1144822694" sldId="1288"/>
        </pc:sldMkLst>
        <pc:spChg chg="del mod">
          <ac:chgData name="Derya Sarıkayalar" userId="821aabb0dcc54366" providerId="LiveId" clId="{E6227757-4D34-436B-933F-0C0216BBCE7B}" dt="2024-10-14T18:24:27.871" v="839" actId="478"/>
          <ac:spMkLst>
            <pc:docMk/>
            <pc:sldMk cId="1144822694" sldId="1288"/>
            <ac:spMk id="382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23:07.825" v="797" actId="478"/>
          <ac:spMkLst>
            <pc:docMk/>
            <pc:sldMk cId="1144822694" sldId="1288"/>
            <ac:spMk id="385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23:18.175" v="803" actId="478"/>
          <ac:spMkLst>
            <pc:docMk/>
            <pc:sldMk cId="1144822694" sldId="1288"/>
            <ac:spMk id="386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23:12.952" v="799" actId="478"/>
          <ac:spMkLst>
            <pc:docMk/>
            <pc:sldMk cId="1144822694" sldId="1288"/>
            <ac:spMk id="387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23:20.662" v="805" actId="478"/>
          <ac:spMkLst>
            <pc:docMk/>
            <pc:sldMk cId="1144822694" sldId="1288"/>
            <ac:spMk id="388" creationId="{00000000-0000-0000-0000-000000000000}"/>
          </ac:spMkLst>
        </pc:spChg>
        <pc:spChg chg="del mod">
          <ac:chgData name="Derya Sarıkayalar" userId="821aabb0dcc54366" providerId="LiveId" clId="{E6227757-4D34-436B-933F-0C0216BBCE7B}" dt="2024-10-14T18:23:25.815" v="809" actId="478"/>
          <ac:spMkLst>
            <pc:docMk/>
            <pc:sldMk cId="1144822694" sldId="1288"/>
            <ac:spMk id="391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23:26.650" v="810" actId="478"/>
          <ac:spMkLst>
            <pc:docMk/>
            <pc:sldMk cId="1144822694" sldId="1288"/>
            <ac:spMk id="392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23:32.882" v="815" actId="478"/>
          <ac:spMkLst>
            <pc:docMk/>
            <pc:sldMk cId="1144822694" sldId="1288"/>
            <ac:spMk id="393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23:34.578" v="817" actId="478"/>
          <ac:spMkLst>
            <pc:docMk/>
            <pc:sldMk cId="1144822694" sldId="1288"/>
            <ac:spMk id="394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23:39.977" v="821" actId="478"/>
          <ac:spMkLst>
            <pc:docMk/>
            <pc:sldMk cId="1144822694" sldId="1288"/>
            <ac:spMk id="397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23:41.175" v="822" actId="478"/>
          <ac:spMkLst>
            <pc:docMk/>
            <pc:sldMk cId="1144822694" sldId="1288"/>
            <ac:spMk id="398" creationId="{00000000-0000-0000-0000-000000000000}"/>
          </ac:spMkLst>
        </pc:spChg>
        <pc:spChg chg="del mod">
          <ac:chgData name="Derya Sarıkayalar" userId="821aabb0dcc54366" providerId="LiveId" clId="{E6227757-4D34-436B-933F-0C0216BBCE7B}" dt="2024-10-14T18:23:06.854" v="796" actId="478"/>
          <ac:spMkLst>
            <pc:docMk/>
            <pc:sldMk cId="1144822694" sldId="1288"/>
            <ac:spMk id="401" creationId="{00000000-0000-0000-0000-000000000000}"/>
          </ac:spMkLst>
        </pc:spChg>
        <pc:spChg chg="del mod">
          <ac:chgData name="Derya Sarıkayalar" userId="821aabb0dcc54366" providerId="LiveId" clId="{E6227757-4D34-436B-933F-0C0216BBCE7B}" dt="2024-10-14T18:23:30.107" v="813" actId="478"/>
          <ac:spMkLst>
            <pc:docMk/>
            <pc:sldMk cId="1144822694" sldId="1288"/>
            <ac:spMk id="403" creationId="{00000000-0000-0000-0000-000000000000}"/>
          </ac:spMkLst>
        </pc:spChg>
        <pc:spChg chg="del mod">
          <ac:chgData name="Derya Sarıkayalar" userId="821aabb0dcc54366" providerId="LiveId" clId="{E6227757-4D34-436B-933F-0C0216BBCE7B}" dt="2024-10-14T18:23:15.383" v="801" actId="478"/>
          <ac:spMkLst>
            <pc:docMk/>
            <pc:sldMk cId="1144822694" sldId="1288"/>
            <ac:spMk id="406" creationId="{00000000-0000-0000-0000-000000000000}"/>
          </ac:spMkLst>
        </pc:spChg>
        <pc:spChg chg="del mod">
          <ac:chgData name="Derya Sarıkayalar" userId="821aabb0dcc54366" providerId="LiveId" clId="{E6227757-4D34-436B-933F-0C0216BBCE7B}" dt="2024-10-14T18:23:38.532" v="820" actId="478"/>
          <ac:spMkLst>
            <pc:docMk/>
            <pc:sldMk cId="1144822694" sldId="1288"/>
            <ac:spMk id="408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23:46.603" v="827" actId="478"/>
          <ac:spMkLst>
            <pc:docMk/>
            <pc:sldMk cId="1144822694" sldId="1288"/>
            <ac:spMk id="410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23:50.427" v="830" actId="478"/>
          <ac:spMkLst>
            <pc:docMk/>
            <pc:sldMk cId="1144822694" sldId="1288"/>
            <ac:spMk id="411" creationId="{00000000-0000-0000-0000-000000000000}"/>
          </ac:spMkLst>
        </pc:spChg>
        <pc:spChg chg="del mod">
          <ac:chgData name="Derya Sarıkayalar" userId="821aabb0dcc54366" providerId="LiveId" clId="{E6227757-4D34-436B-933F-0C0216BBCE7B}" dt="2024-10-14T18:23:45.623" v="826" actId="478"/>
          <ac:spMkLst>
            <pc:docMk/>
            <pc:sldMk cId="1144822694" sldId="1288"/>
            <ac:spMk id="414" creationId="{00000000-0000-0000-0000-000000000000}"/>
          </ac:spMkLst>
        </pc:spChg>
        <pc:spChg chg="del">
          <ac:chgData name="Derya Sarıkayalar" userId="821aabb0dcc54366" providerId="LiveId" clId="{E6227757-4D34-436B-933F-0C0216BBCE7B}" dt="2024-10-14T18:23:54.643" v="833" actId="478"/>
          <ac:spMkLst>
            <pc:docMk/>
            <pc:sldMk cId="1144822694" sldId="1288"/>
            <ac:spMk id="415" creationId="{00000000-0000-0000-0000-000000000000}"/>
          </ac:spMkLst>
        </pc:spChg>
        <pc:picChg chg="mod">
          <ac:chgData name="Derya Sarıkayalar" userId="821aabb0dcc54366" providerId="LiveId" clId="{E6227757-4D34-436B-933F-0C0216BBCE7B}" dt="2024-10-14T18:24:31.860" v="840" actId="14100"/>
          <ac:picMkLst>
            <pc:docMk/>
            <pc:sldMk cId="1144822694" sldId="1288"/>
            <ac:picMk id="2" creationId="{6D4B120D-6259-1A45-0D35-0EB501AEFC5D}"/>
          </ac:picMkLst>
        </pc:picChg>
        <pc:cxnChg chg="del">
          <ac:chgData name="Derya Sarıkayalar" userId="821aabb0dcc54366" providerId="LiveId" clId="{E6227757-4D34-436B-933F-0C0216BBCE7B}" dt="2024-10-14T18:23:19.682" v="804" actId="478"/>
          <ac:cxnSpMkLst>
            <pc:docMk/>
            <pc:sldMk cId="1144822694" sldId="1288"/>
            <ac:cxnSpMk id="389" creationId="{00000000-0000-0000-0000-000000000000}"/>
          </ac:cxnSpMkLst>
        </pc:cxnChg>
        <pc:cxnChg chg="del">
          <ac:chgData name="Derya Sarıkayalar" userId="821aabb0dcc54366" providerId="LiveId" clId="{E6227757-4D34-436B-933F-0C0216BBCE7B}" dt="2024-10-14T18:23:17.114" v="802" actId="478"/>
          <ac:cxnSpMkLst>
            <pc:docMk/>
            <pc:sldMk cId="1144822694" sldId="1288"/>
            <ac:cxnSpMk id="390" creationId="{00000000-0000-0000-0000-000000000000}"/>
          </ac:cxnSpMkLst>
        </pc:cxnChg>
        <pc:cxnChg chg="del">
          <ac:chgData name="Derya Sarıkayalar" userId="821aabb0dcc54366" providerId="LiveId" clId="{E6227757-4D34-436B-933F-0C0216BBCE7B}" dt="2024-10-14T18:23:33.890" v="816" actId="478"/>
          <ac:cxnSpMkLst>
            <pc:docMk/>
            <pc:sldMk cId="1144822694" sldId="1288"/>
            <ac:cxnSpMk id="395" creationId="{00000000-0000-0000-0000-000000000000}"/>
          </ac:cxnSpMkLst>
        </pc:cxnChg>
        <pc:cxnChg chg="del">
          <ac:chgData name="Derya Sarıkayalar" userId="821aabb0dcc54366" providerId="LiveId" clId="{E6227757-4D34-436B-933F-0C0216BBCE7B}" dt="2024-10-14T18:23:23.330" v="807" actId="478"/>
          <ac:cxnSpMkLst>
            <pc:docMk/>
            <pc:sldMk cId="1144822694" sldId="1288"/>
            <ac:cxnSpMk id="396" creationId="{00000000-0000-0000-0000-000000000000}"/>
          </ac:cxnSpMkLst>
        </pc:cxnChg>
        <pc:cxnChg chg="del">
          <ac:chgData name="Derya Sarıkayalar" userId="821aabb0dcc54366" providerId="LiveId" clId="{E6227757-4D34-436B-933F-0C0216BBCE7B}" dt="2024-10-14T18:23:42.208" v="823" actId="478"/>
          <ac:cxnSpMkLst>
            <pc:docMk/>
            <pc:sldMk cId="1144822694" sldId="1288"/>
            <ac:cxnSpMk id="399" creationId="{00000000-0000-0000-0000-000000000000}"/>
          </ac:cxnSpMkLst>
        </pc:cxnChg>
        <pc:cxnChg chg="del">
          <ac:chgData name="Derya Sarıkayalar" userId="821aabb0dcc54366" providerId="LiveId" clId="{E6227757-4D34-436B-933F-0C0216BBCE7B}" dt="2024-10-14T18:23:47.785" v="828" actId="478"/>
          <ac:cxnSpMkLst>
            <pc:docMk/>
            <pc:sldMk cId="1144822694" sldId="1288"/>
            <ac:cxnSpMk id="400" creationId="{00000000-0000-0000-0000-000000000000}"/>
          </ac:cxnSpMkLst>
        </pc:cxnChg>
        <pc:cxnChg chg="del">
          <ac:chgData name="Derya Sarıkayalar" userId="821aabb0dcc54366" providerId="LiveId" clId="{E6227757-4D34-436B-933F-0C0216BBCE7B}" dt="2024-10-14T18:23:09.167" v="798" actId="478"/>
          <ac:cxnSpMkLst>
            <pc:docMk/>
            <pc:sldMk cId="1144822694" sldId="1288"/>
            <ac:cxnSpMk id="402" creationId="{00000000-0000-0000-0000-000000000000}"/>
          </ac:cxnSpMkLst>
        </pc:cxnChg>
        <pc:cxnChg chg="del">
          <ac:chgData name="Derya Sarıkayalar" userId="821aabb0dcc54366" providerId="LiveId" clId="{E6227757-4D34-436B-933F-0C0216BBCE7B}" dt="2024-10-14T18:23:27.789" v="811" actId="478"/>
          <ac:cxnSpMkLst>
            <pc:docMk/>
            <pc:sldMk cId="1144822694" sldId="1288"/>
            <ac:cxnSpMk id="404" creationId="{00000000-0000-0000-0000-000000000000}"/>
          </ac:cxnSpMkLst>
        </pc:cxnChg>
        <pc:cxnChg chg="del">
          <ac:chgData name="Derya Sarıkayalar" userId="821aabb0dcc54366" providerId="LiveId" clId="{E6227757-4D34-436B-933F-0C0216BBCE7B}" dt="2024-10-14T18:23:48.818" v="829" actId="478"/>
          <ac:cxnSpMkLst>
            <pc:docMk/>
            <pc:sldMk cId="1144822694" sldId="1288"/>
            <ac:cxnSpMk id="405" creationId="{00000000-0000-0000-0000-000000000000}"/>
          </ac:cxnSpMkLst>
        </pc:cxnChg>
        <pc:cxnChg chg="del">
          <ac:chgData name="Derya Sarıkayalar" userId="821aabb0dcc54366" providerId="LiveId" clId="{E6227757-4D34-436B-933F-0C0216BBCE7B}" dt="2024-10-14T18:23:22.080" v="806" actId="478"/>
          <ac:cxnSpMkLst>
            <pc:docMk/>
            <pc:sldMk cId="1144822694" sldId="1288"/>
            <ac:cxnSpMk id="407" creationId="{00000000-0000-0000-0000-000000000000}"/>
          </ac:cxnSpMkLst>
        </pc:cxnChg>
        <pc:cxnChg chg="del">
          <ac:chgData name="Derya Sarıkayalar" userId="821aabb0dcc54366" providerId="LiveId" clId="{E6227757-4D34-436B-933F-0C0216BBCE7B}" dt="2024-10-14T18:23:35.422" v="818" actId="478"/>
          <ac:cxnSpMkLst>
            <pc:docMk/>
            <pc:sldMk cId="1144822694" sldId="1288"/>
            <ac:cxnSpMk id="409" creationId="{00000000-0000-0000-0000-000000000000}"/>
          </ac:cxnSpMkLst>
        </pc:cxnChg>
        <pc:cxnChg chg="del">
          <ac:chgData name="Derya Sarıkayalar" userId="821aabb0dcc54366" providerId="LiveId" clId="{E6227757-4D34-436B-933F-0C0216BBCE7B}" dt="2024-10-14T18:23:52.613" v="832" actId="478"/>
          <ac:cxnSpMkLst>
            <pc:docMk/>
            <pc:sldMk cId="1144822694" sldId="1288"/>
            <ac:cxnSpMk id="412" creationId="{00000000-0000-0000-0000-000000000000}"/>
          </ac:cxnSpMkLst>
        </pc:cxnChg>
        <pc:cxnChg chg="del">
          <ac:chgData name="Derya Sarıkayalar" userId="821aabb0dcc54366" providerId="LiveId" clId="{E6227757-4D34-436B-933F-0C0216BBCE7B}" dt="2024-10-14T18:23:51.447" v="831" actId="478"/>
          <ac:cxnSpMkLst>
            <pc:docMk/>
            <pc:sldMk cId="1144822694" sldId="1288"/>
            <ac:cxnSpMk id="413" creationId="{00000000-0000-0000-0000-000000000000}"/>
          </ac:cxnSpMkLst>
        </pc:cxnChg>
      </pc:sldChg>
      <pc:sldMasterChg chg="delSldLayout">
        <pc:chgData name="Derya Sarıkayalar" userId="821aabb0dcc54366" providerId="LiveId" clId="{E6227757-4D34-436B-933F-0C0216BBCE7B}" dt="2024-10-14T19:08:56.309" v="1788" actId="47"/>
        <pc:sldMasterMkLst>
          <pc:docMk/>
          <pc:sldMasterMk cId="0" sldId="2147483648"/>
        </pc:sldMasterMkLst>
        <pc:sldLayoutChg chg="del">
          <pc:chgData name="Derya Sarıkayalar" userId="821aabb0dcc54366" providerId="LiveId" clId="{E6227757-4D34-436B-933F-0C0216BBCE7B}" dt="2024-10-14T18:18:22.707" v="758" actId="47"/>
          <pc:sldLayoutMkLst>
            <pc:docMk/>
            <pc:sldMasterMk cId="0" sldId="2147483648"/>
            <pc:sldLayoutMk cId="2771948026" sldId="2147483679"/>
          </pc:sldLayoutMkLst>
        </pc:sldLayoutChg>
        <pc:sldLayoutChg chg="del">
          <pc:chgData name="Derya Sarıkayalar" userId="821aabb0dcc54366" providerId="LiveId" clId="{E6227757-4D34-436B-933F-0C0216BBCE7B}" dt="2024-10-14T18:48:11.833" v="1155" actId="47"/>
          <pc:sldLayoutMkLst>
            <pc:docMk/>
            <pc:sldMasterMk cId="0" sldId="2147483648"/>
            <pc:sldLayoutMk cId="751442445" sldId="2147483682"/>
          </pc:sldLayoutMkLst>
        </pc:sldLayoutChg>
        <pc:sldLayoutChg chg="del">
          <pc:chgData name="Derya Sarıkayalar" userId="821aabb0dcc54366" providerId="LiveId" clId="{E6227757-4D34-436B-933F-0C0216BBCE7B}" dt="2024-10-14T19:08:56.309" v="1788" actId="47"/>
          <pc:sldLayoutMkLst>
            <pc:docMk/>
            <pc:sldMasterMk cId="0" sldId="2147483648"/>
            <pc:sldLayoutMk cId="2772298656" sldId="2147483682"/>
          </pc:sldLayoutMkLst>
        </pc:sldLayoutChg>
        <pc:sldLayoutChg chg="del">
          <pc:chgData name="Derya Sarıkayalar" userId="821aabb0dcc54366" providerId="LiveId" clId="{E6227757-4D34-436B-933F-0C0216BBCE7B}" dt="2024-10-14T18:22:25.593" v="788" actId="47"/>
          <pc:sldLayoutMkLst>
            <pc:docMk/>
            <pc:sldMasterMk cId="0" sldId="2147483648"/>
            <pc:sldLayoutMk cId="3554041202" sldId="214748368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7120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3425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>
            <a:spLocks noGrp="1"/>
          </p:cNvSpPr>
          <p:nvPr>
            <p:ph type="pic" idx="2"/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>
            <a:spLocks noGrp="1"/>
          </p:cNvSpPr>
          <p:nvPr>
            <p:ph type="pic" idx="2"/>
          </p:nvPr>
        </p:nvSpPr>
        <p:spPr>
          <a:xfrm>
            <a:off x="4343400" y="1803401"/>
            <a:ext cx="3505200" cy="3505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5448299" y="685800"/>
            <a:ext cx="6361671" cy="5474592"/>
          </a:xfrm>
          <a:prstGeom prst="rect">
            <a:avLst/>
          </a:prstGeom>
          <a:gradFill>
            <a:gsLst>
              <a:gs pos="0">
                <a:srgbClr val="3F3F3F"/>
              </a:gs>
              <a:gs pos="100000">
                <a:srgbClr val="0C0C0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4"/>
          <p:cNvSpPr>
            <a:spLocks noGrp="1"/>
          </p:cNvSpPr>
          <p:nvPr>
            <p:ph type="pic" idx="2"/>
          </p:nvPr>
        </p:nvSpPr>
        <p:spPr>
          <a:xfrm>
            <a:off x="5830329" y="990600"/>
            <a:ext cx="6361671" cy="486650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" name="Google Shape;18;p14"/>
          <p:cNvSpPr>
            <a:spLocks noGrp="1"/>
          </p:cNvSpPr>
          <p:nvPr>
            <p:ph type="pic" idx="3"/>
          </p:nvPr>
        </p:nvSpPr>
        <p:spPr>
          <a:xfrm>
            <a:off x="6747085" y="3688597"/>
            <a:ext cx="2567553" cy="316940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>
            <a:spLocks noGrp="1"/>
          </p:cNvSpPr>
          <p:nvPr>
            <p:ph type="pic" idx="2"/>
          </p:nvPr>
        </p:nvSpPr>
        <p:spPr>
          <a:xfrm>
            <a:off x="0" y="895351"/>
            <a:ext cx="5334000" cy="59626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/>
          <p:nvPr/>
        </p:nvSpPr>
        <p:spPr>
          <a:xfrm>
            <a:off x="0" y="988540"/>
            <a:ext cx="8248650" cy="586946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6"/>
          <p:cNvSpPr/>
          <p:nvPr/>
        </p:nvSpPr>
        <p:spPr>
          <a:xfrm>
            <a:off x="2133599" y="988540"/>
            <a:ext cx="4171951" cy="4097810"/>
          </a:xfrm>
          <a:prstGeom prst="rect">
            <a:avLst/>
          </a:prstGeom>
          <a:gradFill>
            <a:gsLst>
              <a:gs pos="0">
                <a:srgbClr val="3F3F3F"/>
              </a:gs>
              <a:gs pos="100000">
                <a:srgbClr val="0C0C0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6"/>
          <p:cNvSpPr>
            <a:spLocks noGrp="1"/>
          </p:cNvSpPr>
          <p:nvPr>
            <p:ph type="pic" idx="2"/>
          </p:nvPr>
        </p:nvSpPr>
        <p:spPr>
          <a:xfrm>
            <a:off x="821303" y="518984"/>
            <a:ext cx="5274698" cy="439900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Google Shape;25;p16"/>
          <p:cNvSpPr>
            <a:spLocks noGrp="1"/>
          </p:cNvSpPr>
          <p:nvPr>
            <p:ph type="pic" idx="3"/>
          </p:nvPr>
        </p:nvSpPr>
        <p:spPr>
          <a:xfrm>
            <a:off x="4885553" y="3830594"/>
            <a:ext cx="4599194" cy="238234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/>
          <p:nvPr/>
        </p:nvSpPr>
        <p:spPr>
          <a:xfrm>
            <a:off x="6819900" y="4324865"/>
            <a:ext cx="5309802" cy="253313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7"/>
          <p:cNvSpPr/>
          <p:nvPr/>
        </p:nvSpPr>
        <p:spPr>
          <a:xfrm>
            <a:off x="2018785" y="891746"/>
            <a:ext cx="5165124" cy="5684108"/>
          </a:xfrm>
          <a:prstGeom prst="rect">
            <a:avLst/>
          </a:prstGeom>
          <a:gradFill>
            <a:gsLst>
              <a:gs pos="0">
                <a:srgbClr val="3F3F3F"/>
              </a:gs>
              <a:gs pos="100000">
                <a:srgbClr val="0C0C0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0" y="1"/>
            <a:ext cx="5165124" cy="5684108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7"/>
          <p:cNvSpPr>
            <a:spLocks noGrp="1"/>
          </p:cNvSpPr>
          <p:nvPr>
            <p:ph type="pic" idx="2"/>
          </p:nvPr>
        </p:nvSpPr>
        <p:spPr>
          <a:xfrm>
            <a:off x="1186249" y="1173891"/>
            <a:ext cx="5633651" cy="568410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/>
          <p:nvPr/>
        </p:nvSpPr>
        <p:spPr>
          <a:xfrm>
            <a:off x="0" y="0"/>
            <a:ext cx="7509556" cy="685799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8"/>
          <p:cNvSpPr/>
          <p:nvPr/>
        </p:nvSpPr>
        <p:spPr>
          <a:xfrm flipH="1">
            <a:off x="7367811" y="4250480"/>
            <a:ext cx="141745" cy="2607520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8"/>
          <p:cNvSpPr>
            <a:spLocks noGrp="1"/>
          </p:cNvSpPr>
          <p:nvPr>
            <p:ph type="pic" idx="2"/>
          </p:nvPr>
        </p:nvSpPr>
        <p:spPr>
          <a:xfrm>
            <a:off x="7495043" y="1619250"/>
            <a:ext cx="4114800" cy="480339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Google Shape;35;p18"/>
          <p:cNvSpPr>
            <a:spLocks noGrp="1"/>
          </p:cNvSpPr>
          <p:nvPr>
            <p:ph type="pic" idx="3"/>
          </p:nvPr>
        </p:nvSpPr>
        <p:spPr>
          <a:xfrm>
            <a:off x="3972342" y="864972"/>
            <a:ext cx="3537214" cy="338550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" name="Google Shape;36;p18"/>
          <p:cNvSpPr/>
          <p:nvPr/>
        </p:nvSpPr>
        <p:spPr>
          <a:xfrm>
            <a:off x="11609843" y="723934"/>
            <a:ext cx="141745" cy="4552916"/>
          </a:xfrm>
          <a:prstGeom prst="rect">
            <a:avLst/>
          </a:prstGeom>
          <a:gradFill>
            <a:gsLst>
              <a:gs pos="0">
                <a:srgbClr val="3F3F3F"/>
              </a:gs>
              <a:gs pos="100000">
                <a:srgbClr val="0C0C0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/>
          <p:nvPr/>
        </p:nvSpPr>
        <p:spPr>
          <a:xfrm>
            <a:off x="6096000" y="0"/>
            <a:ext cx="6096000" cy="6864467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9"/>
          <p:cNvSpPr/>
          <p:nvPr/>
        </p:nvSpPr>
        <p:spPr>
          <a:xfrm rot="5400000">
            <a:off x="5962751" y="2783690"/>
            <a:ext cx="132526" cy="3332878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9"/>
          <p:cNvSpPr>
            <a:spLocks noGrp="1"/>
          </p:cNvSpPr>
          <p:nvPr>
            <p:ph type="pic" idx="2"/>
          </p:nvPr>
        </p:nvSpPr>
        <p:spPr>
          <a:xfrm>
            <a:off x="7695453" y="747876"/>
            <a:ext cx="3969325" cy="536224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Google Shape;41;p19"/>
          <p:cNvSpPr>
            <a:spLocks noGrp="1"/>
          </p:cNvSpPr>
          <p:nvPr>
            <p:ph type="pic" idx="3"/>
          </p:nvPr>
        </p:nvSpPr>
        <p:spPr>
          <a:xfrm>
            <a:off x="4786000" y="747876"/>
            <a:ext cx="2909453" cy="36359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8210550" y="666749"/>
            <a:ext cx="3981450" cy="5543551"/>
          </a:xfrm>
          <a:prstGeom prst="rect">
            <a:avLst/>
          </a:prstGeom>
          <a:gradFill>
            <a:gsLst>
              <a:gs pos="0">
                <a:srgbClr val="3F3F3F"/>
              </a:gs>
              <a:gs pos="100000">
                <a:srgbClr val="0C0C0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0"/>
          <p:cNvSpPr>
            <a:spLocks noGrp="1"/>
          </p:cNvSpPr>
          <p:nvPr>
            <p:ph type="pic" idx="2"/>
          </p:nvPr>
        </p:nvSpPr>
        <p:spPr>
          <a:xfrm>
            <a:off x="0" y="0"/>
            <a:ext cx="264795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Google Shape;45;p20"/>
          <p:cNvSpPr>
            <a:spLocks noGrp="1"/>
          </p:cNvSpPr>
          <p:nvPr>
            <p:ph type="pic" idx="3"/>
          </p:nvPr>
        </p:nvSpPr>
        <p:spPr>
          <a:xfrm>
            <a:off x="8452022" y="858794"/>
            <a:ext cx="3739978" cy="514041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" name="Google Shape;48;p21"/>
          <p:cNvSpPr/>
          <p:nvPr/>
        </p:nvSpPr>
        <p:spPr>
          <a:xfrm>
            <a:off x="0" y="0"/>
            <a:ext cx="6096000" cy="6877691"/>
          </a:xfrm>
          <a:prstGeom prst="rect">
            <a:avLst/>
          </a:prstGeom>
          <a:gradFill>
            <a:gsLst>
              <a:gs pos="0">
                <a:srgbClr val="3F3F3F"/>
              </a:gs>
              <a:gs pos="100000">
                <a:srgbClr val="0C0C0C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>
            <a:spLocks noGrp="1"/>
          </p:cNvSpPr>
          <p:nvPr>
            <p:ph type="pic" idx="2"/>
          </p:nvPr>
        </p:nvSpPr>
        <p:spPr>
          <a:xfrm>
            <a:off x="1196039" y="791481"/>
            <a:ext cx="2390855" cy="41512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" name="Google Shape;51;p22"/>
          <p:cNvSpPr>
            <a:spLocks noGrp="1"/>
          </p:cNvSpPr>
          <p:nvPr>
            <p:ph type="pic" idx="3"/>
          </p:nvPr>
        </p:nvSpPr>
        <p:spPr>
          <a:xfrm>
            <a:off x="3586894" y="1973425"/>
            <a:ext cx="2390855" cy="41512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Google Shape;52;p22"/>
          <p:cNvSpPr>
            <a:spLocks noGrp="1"/>
          </p:cNvSpPr>
          <p:nvPr>
            <p:ph type="pic" idx="4"/>
          </p:nvPr>
        </p:nvSpPr>
        <p:spPr>
          <a:xfrm>
            <a:off x="5977749" y="791480"/>
            <a:ext cx="2390855" cy="41512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" name="Google Shape;53;p22"/>
          <p:cNvSpPr>
            <a:spLocks noGrp="1"/>
          </p:cNvSpPr>
          <p:nvPr>
            <p:ph type="pic" idx="5"/>
          </p:nvPr>
        </p:nvSpPr>
        <p:spPr>
          <a:xfrm>
            <a:off x="8368604" y="1973424"/>
            <a:ext cx="2390855" cy="41512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/>
          <p:nvPr/>
        </p:nvSpPr>
        <p:spPr>
          <a:xfrm>
            <a:off x="0" y="2933697"/>
            <a:ext cx="12192000" cy="2932530"/>
          </a:xfrm>
          <a:prstGeom prst="rect">
            <a:avLst/>
          </a:prstGeom>
          <a:gradFill>
            <a:gsLst>
              <a:gs pos="0">
                <a:srgbClr val="3F3F3F"/>
              </a:gs>
              <a:gs pos="100000">
                <a:srgbClr val="0C0C0C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3"/>
          <p:cNvSpPr>
            <a:spLocks noGrp="1"/>
          </p:cNvSpPr>
          <p:nvPr>
            <p:ph type="pic" idx="2"/>
          </p:nvPr>
        </p:nvSpPr>
        <p:spPr>
          <a:xfrm>
            <a:off x="8862278" y="3622432"/>
            <a:ext cx="3329722" cy="323556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23"/>
          <p:cNvSpPr>
            <a:spLocks noGrp="1"/>
          </p:cNvSpPr>
          <p:nvPr>
            <p:ph type="pic" idx="3"/>
          </p:nvPr>
        </p:nvSpPr>
        <p:spPr>
          <a:xfrm>
            <a:off x="5532556" y="3622432"/>
            <a:ext cx="3329722" cy="323556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8" name="Google Shape;58;p23"/>
          <p:cNvSpPr>
            <a:spLocks noGrp="1"/>
          </p:cNvSpPr>
          <p:nvPr>
            <p:ph type="pic" idx="4"/>
          </p:nvPr>
        </p:nvSpPr>
        <p:spPr>
          <a:xfrm>
            <a:off x="2202834" y="3622432"/>
            <a:ext cx="3329722" cy="323556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9" name="Google Shape;59;p23"/>
          <p:cNvSpPr/>
          <p:nvPr/>
        </p:nvSpPr>
        <p:spPr>
          <a:xfrm rot="-5400000">
            <a:off x="54822" y="5811406"/>
            <a:ext cx="991773" cy="1101417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3"/>
          <p:cNvSpPr/>
          <p:nvPr/>
        </p:nvSpPr>
        <p:spPr>
          <a:xfrm rot="-5400000">
            <a:off x="1156238" y="5811406"/>
            <a:ext cx="991773" cy="1101417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3"/>
          <p:cNvSpPr/>
          <p:nvPr/>
        </p:nvSpPr>
        <p:spPr>
          <a:xfrm rot="-5400000">
            <a:off x="10182774" y="1613204"/>
            <a:ext cx="688732" cy="3329722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Slide">
  <p:cSld name="15_Title Slide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6469417" y="0"/>
            <a:ext cx="572258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24"/>
          <p:cNvSpPr>
            <a:spLocks noGrp="1"/>
          </p:cNvSpPr>
          <p:nvPr>
            <p:ph type="pic" idx="3"/>
          </p:nvPr>
        </p:nvSpPr>
        <p:spPr>
          <a:xfrm>
            <a:off x="5722584" y="3757749"/>
            <a:ext cx="2487965" cy="257269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5" name="Google Shape;65;p24"/>
          <p:cNvSpPr>
            <a:spLocks noGrp="1"/>
          </p:cNvSpPr>
          <p:nvPr>
            <p:ph type="pic" idx="4"/>
          </p:nvPr>
        </p:nvSpPr>
        <p:spPr>
          <a:xfrm>
            <a:off x="3038282" y="2577621"/>
            <a:ext cx="2684302" cy="37528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6" name="Google Shape;66;p24"/>
          <p:cNvSpPr>
            <a:spLocks noGrp="1"/>
          </p:cNvSpPr>
          <p:nvPr>
            <p:ph type="pic" idx="5"/>
          </p:nvPr>
        </p:nvSpPr>
        <p:spPr>
          <a:xfrm>
            <a:off x="8210549" y="3757748"/>
            <a:ext cx="2487965" cy="257269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Slide">
  <p:cSld name="16_Title Slide">
    <p:bg>
      <p:bgPr>
        <a:gradFill>
          <a:gsLst>
            <a:gs pos="0">
              <a:srgbClr val="3F3F3F"/>
            </a:gs>
            <a:gs pos="100000">
              <a:srgbClr val="0C0C0C"/>
            </a:gs>
          </a:gsLst>
          <a:lin ang="13500000" scaled="0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5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9" name="Google Shape;69;p25"/>
          <p:cNvSpPr/>
          <p:nvPr/>
        </p:nvSpPr>
        <p:spPr>
          <a:xfrm>
            <a:off x="6096001" y="676292"/>
            <a:ext cx="152400" cy="55054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Slide">
  <p:cSld name="17_Title Slide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6"/>
          <p:cNvSpPr/>
          <p:nvPr/>
        </p:nvSpPr>
        <p:spPr>
          <a:xfrm>
            <a:off x="0" y="0"/>
            <a:ext cx="6096000" cy="685799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6"/>
          <p:cNvSpPr/>
          <p:nvPr/>
        </p:nvSpPr>
        <p:spPr>
          <a:xfrm>
            <a:off x="0" y="-1"/>
            <a:ext cx="6096000" cy="704848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6"/>
          <p:cNvSpPr/>
          <p:nvPr/>
        </p:nvSpPr>
        <p:spPr>
          <a:xfrm>
            <a:off x="0" y="-2"/>
            <a:ext cx="6096000" cy="704848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6"/>
          <p:cNvSpPr/>
          <p:nvPr/>
        </p:nvSpPr>
        <p:spPr>
          <a:xfrm>
            <a:off x="0" y="-3"/>
            <a:ext cx="6096000" cy="704848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6"/>
          <p:cNvSpPr/>
          <p:nvPr/>
        </p:nvSpPr>
        <p:spPr>
          <a:xfrm>
            <a:off x="6096000" y="-3"/>
            <a:ext cx="6096000" cy="704848"/>
          </a:xfrm>
          <a:prstGeom prst="rect">
            <a:avLst/>
          </a:prstGeom>
          <a:gradFill>
            <a:gsLst>
              <a:gs pos="0">
                <a:srgbClr val="3F3F3F"/>
              </a:gs>
              <a:gs pos="100000">
                <a:srgbClr val="0C0C0C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6"/>
          <p:cNvSpPr>
            <a:spLocks noGrp="1"/>
          </p:cNvSpPr>
          <p:nvPr>
            <p:ph type="pic" idx="2"/>
          </p:nvPr>
        </p:nvSpPr>
        <p:spPr>
          <a:xfrm>
            <a:off x="4162425" y="3886200"/>
            <a:ext cx="3867150" cy="29717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Title Slide">
  <p:cSld name="18_Title Slide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/>
          <p:nvPr/>
        </p:nvSpPr>
        <p:spPr>
          <a:xfrm>
            <a:off x="4114803" y="3067050"/>
            <a:ext cx="3105147" cy="3188592"/>
          </a:xfrm>
          <a:prstGeom prst="rect">
            <a:avLst/>
          </a:prstGeom>
          <a:gradFill>
            <a:gsLst>
              <a:gs pos="0">
                <a:srgbClr val="3F3F3F"/>
              </a:gs>
              <a:gs pos="100000">
                <a:srgbClr val="0C0C0C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7"/>
          <p:cNvSpPr/>
          <p:nvPr/>
        </p:nvSpPr>
        <p:spPr>
          <a:xfrm rot="-5400000">
            <a:off x="523876" y="-523876"/>
            <a:ext cx="3067051" cy="41148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7"/>
          <p:cNvSpPr>
            <a:spLocks noGrp="1"/>
          </p:cNvSpPr>
          <p:nvPr>
            <p:ph type="pic" idx="2"/>
          </p:nvPr>
        </p:nvSpPr>
        <p:spPr>
          <a:xfrm>
            <a:off x="0" y="3238500"/>
            <a:ext cx="6972300" cy="3619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1" name="Google Shape;81;p27"/>
          <p:cNvSpPr>
            <a:spLocks noGrp="1"/>
          </p:cNvSpPr>
          <p:nvPr>
            <p:ph type="pic" idx="3"/>
          </p:nvPr>
        </p:nvSpPr>
        <p:spPr>
          <a:xfrm>
            <a:off x="9944100" y="-2"/>
            <a:ext cx="2247900" cy="30670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Slide">
  <p:cSld name="19_Title Slide"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/>
          <p:nvPr/>
        </p:nvSpPr>
        <p:spPr>
          <a:xfrm rot="-5400000">
            <a:off x="4495801" y="-209551"/>
            <a:ext cx="6419850" cy="7715250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8"/>
          <p:cNvSpPr>
            <a:spLocks noGrp="1"/>
          </p:cNvSpPr>
          <p:nvPr>
            <p:ph type="pic" idx="2"/>
          </p:nvPr>
        </p:nvSpPr>
        <p:spPr>
          <a:xfrm>
            <a:off x="-1" y="704850"/>
            <a:ext cx="11201401" cy="61531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 Slide">
  <p:cSld name="20_Title Slide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/>
          <p:nvPr/>
        </p:nvSpPr>
        <p:spPr>
          <a:xfrm>
            <a:off x="1358491" y="723901"/>
            <a:ext cx="3752352" cy="34290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9"/>
          <p:cNvSpPr>
            <a:spLocks noGrp="1"/>
          </p:cNvSpPr>
          <p:nvPr>
            <p:ph type="pic" idx="2"/>
          </p:nvPr>
        </p:nvSpPr>
        <p:spPr>
          <a:xfrm>
            <a:off x="0" y="993245"/>
            <a:ext cx="4659086" cy="467835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9"/>
          <p:cNvSpPr/>
          <p:nvPr/>
        </p:nvSpPr>
        <p:spPr>
          <a:xfrm>
            <a:off x="5562600" y="3276600"/>
            <a:ext cx="4895851" cy="152396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9"/>
          <p:cNvSpPr/>
          <p:nvPr/>
        </p:nvSpPr>
        <p:spPr>
          <a:xfrm>
            <a:off x="8411437" y="0"/>
            <a:ext cx="3780563" cy="3428999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9"/>
          <p:cNvSpPr/>
          <p:nvPr/>
        </p:nvSpPr>
        <p:spPr>
          <a:xfrm>
            <a:off x="4659086" y="3428999"/>
            <a:ext cx="3780563" cy="342900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9"/>
          <p:cNvSpPr/>
          <p:nvPr/>
        </p:nvSpPr>
        <p:spPr>
          <a:xfrm>
            <a:off x="1653517" y="5671602"/>
            <a:ext cx="3005570" cy="193153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Title Slide">
  <p:cSld name="21_Title Slide"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0"/>
          <p:cNvSpPr>
            <a:spLocks noGrp="1"/>
          </p:cNvSpPr>
          <p:nvPr>
            <p:ph type="pic" idx="2"/>
          </p:nvPr>
        </p:nvSpPr>
        <p:spPr>
          <a:xfrm>
            <a:off x="2952749" y="0"/>
            <a:ext cx="295275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4" name="Google Shape;94;p30"/>
          <p:cNvSpPr>
            <a:spLocks noGrp="1"/>
          </p:cNvSpPr>
          <p:nvPr>
            <p:ph type="pic" idx="3"/>
          </p:nvPr>
        </p:nvSpPr>
        <p:spPr>
          <a:xfrm>
            <a:off x="0" y="0"/>
            <a:ext cx="295275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5" name="Google Shape;95;p30"/>
          <p:cNvSpPr>
            <a:spLocks noGrp="1"/>
          </p:cNvSpPr>
          <p:nvPr>
            <p:ph type="pic" idx="4"/>
          </p:nvPr>
        </p:nvSpPr>
        <p:spPr>
          <a:xfrm>
            <a:off x="7429500" y="0"/>
            <a:ext cx="47625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30"/>
          <p:cNvSpPr>
            <a:spLocks noGrp="1"/>
          </p:cNvSpPr>
          <p:nvPr>
            <p:ph type="pic" idx="5"/>
          </p:nvPr>
        </p:nvSpPr>
        <p:spPr>
          <a:xfrm>
            <a:off x="7429499" y="3429000"/>
            <a:ext cx="47625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7" name="Google Shape;97;p30"/>
          <p:cNvSpPr/>
          <p:nvPr/>
        </p:nvSpPr>
        <p:spPr>
          <a:xfrm rot="-5400000">
            <a:off x="4981574" y="3322901"/>
            <a:ext cx="4895851" cy="212196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 Slide">
  <p:cSld name="22_Title Slide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/>
          <p:nvPr/>
        </p:nvSpPr>
        <p:spPr>
          <a:xfrm rot="-5400000">
            <a:off x="-226168" y="226166"/>
            <a:ext cx="6858001" cy="640566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1"/>
          <p:cNvSpPr/>
          <p:nvPr/>
        </p:nvSpPr>
        <p:spPr>
          <a:xfrm>
            <a:off x="5389573" y="821088"/>
            <a:ext cx="6344790" cy="2290255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1"/>
          <p:cNvSpPr>
            <a:spLocks noGrp="1"/>
          </p:cNvSpPr>
          <p:nvPr>
            <p:ph type="pic" idx="2"/>
          </p:nvPr>
        </p:nvSpPr>
        <p:spPr>
          <a:xfrm>
            <a:off x="6405665" y="1261218"/>
            <a:ext cx="5786335" cy="3798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2" name="Google Shape;102;p31"/>
          <p:cNvSpPr>
            <a:spLocks noGrp="1"/>
          </p:cNvSpPr>
          <p:nvPr>
            <p:ph type="pic" idx="3"/>
          </p:nvPr>
        </p:nvSpPr>
        <p:spPr>
          <a:xfrm>
            <a:off x="3856668" y="1600200"/>
            <a:ext cx="2548997" cy="345991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31"/>
          <p:cNvSpPr>
            <a:spLocks noGrp="1"/>
          </p:cNvSpPr>
          <p:nvPr>
            <p:ph type="pic" idx="4"/>
          </p:nvPr>
        </p:nvSpPr>
        <p:spPr>
          <a:xfrm>
            <a:off x="1299103" y="3733800"/>
            <a:ext cx="2548998" cy="26150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4" name="Google Shape;104;p31"/>
          <p:cNvSpPr/>
          <p:nvPr/>
        </p:nvSpPr>
        <p:spPr>
          <a:xfrm rot="-5400000">
            <a:off x="-1096989" y="3337950"/>
            <a:ext cx="2376077" cy="182099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1"/>
          <p:cNvSpPr/>
          <p:nvPr/>
        </p:nvSpPr>
        <p:spPr>
          <a:xfrm>
            <a:off x="4514850" y="5060114"/>
            <a:ext cx="7677150" cy="197686"/>
          </a:xfrm>
          <a:prstGeom prst="rect">
            <a:avLst/>
          </a:prstGeom>
          <a:gradFill>
            <a:gsLst>
              <a:gs pos="0">
                <a:srgbClr val="3F3F3F"/>
              </a:gs>
              <a:gs pos="100000">
                <a:srgbClr val="0C0C0C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Title Slide">
  <p:cSld name="23_Title Slide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2"/>
          <p:cNvSpPr/>
          <p:nvPr/>
        </p:nvSpPr>
        <p:spPr>
          <a:xfrm>
            <a:off x="3358" y="1"/>
            <a:ext cx="4721042" cy="68580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2"/>
          <p:cNvSpPr/>
          <p:nvPr/>
        </p:nvSpPr>
        <p:spPr>
          <a:xfrm>
            <a:off x="6781800" y="2438397"/>
            <a:ext cx="5410199" cy="235517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2"/>
          <p:cNvSpPr>
            <a:spLocks noGrp="1"/>
          </p:cNvSpPr>
          <p:nvPr>
            <p:ph type="pic" idx="2"/>
          </p:nvPr>
        </p:nvSpPr>
        <p:spPr>
          <a:xfrm>
            <a:off x="1215842" y="2673915"/>
            <a:ext cx="10976158" cy="41840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0" name="Google Shape;110;p32"/>
          <p:cNvSpPr>
            <a:spLocks noGrp="1"/>
          </p:cNvSpPr>
          <p:nvPr>
            <p:ph type="pic" idx="3"/>
          </p:nvPr>
        </p:nvSpPr>
        <p:spPr>
          <a:xfrm>
            <a:off x="5113868" y="3497742"/>
            <a:ext cx="1828800" cy="230091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1" name="Google Shape;111;p32"/>
          <p:cNvSpPr>
            <a:spLocks noGrp="1"/>
          </p:cNvSpPr>
          <p:nvPr>
            <p:ph type="pic" idx="4"/>
          </p:nvPr>
        </p:nvSpPr>
        <p:spPr>
          <a:xfrm>
            <a:off x="6942668" y="3497742"/>
            <a:ext cx="1828800" cy="230091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2" name="Google Shape;112;p32"/>
          <p:cNvSpPr>
            <a:spLocks noGrp="1"/>
          </p:cNvSpPr>
          <p:nvPr>
            <p:ph type="pic" idx="5"/>
          </p:nvPr>
        </p:nvSpPr>
        <p:spPr>
          <a:xfrm>
            <a:off x="8771468" y="1059342"/>
            <a:ext cx="2502775" cy="47393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Slide">
  <p:cSld name="24_Title Slide"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3"/>
          <p:cNvSpPr/>
          <p:nvPr/>
        </p:nvSpPr>
        <p:spPr>
          <a:xfrm>
            <a:off x="10480508" y="4436092"/>
            <a:ext cx="1721649" cy="2421908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3"/>
          <p:cNvSpPr/>
          <p:nvPr/>
        </p:nvSpPr>
        <p:spPr>
          <a:xfrm>
            <a:off x="6096000" y="0"/>
            <a:ext cx="4384508" cy="5983027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3"/>
          <p:cNvSpPr>
            <a:spLocks noGrp="1"/>
          </p:cNvSpPr>
          <p:nvPr>
            <p:ph type="pic" idx="2"/>
          </p:nvPr>
        </p:nvSpPr>
        <p:spPr>
          <a:xfrm>
            <a:off x="713014" y="1104901"/>
            <a:ext cx="3154136" cy="23241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7" name="Google Shape;117;p33"/>
          <p:cNvSpPr>
            <a:spLocks noGrp="1"/>
          </p:cNvSpPr>
          <p:nvPr>
            <p:ph type="pic" idx="3"/>
          </p:nvPr>
        </p:nvSpPr>
        <p:spPr>
          <a:xfrm>
            <a:off x="4523016" y="1104900"/>
            <a:ext cx="3154136" cy="23241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8" name="Google Shape;118;p33"/>
          <p:cNvSpPr>
            <a:spLocks noGrp="1"/>
          </p:cNvSpPr>
          <p:nvPr>
            <p:ph type="pic" idx="4"/>
          </p:nvPr>
        </p:nvSpPr>
        <p:spPr>
          <a:xfrm>
            <a:off x="8324850" y="1104899"/>
            <a:ext cx="3154136" cy="23241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9" name="Google Shape;119;p33"/>
          <p:cNvSpPr/>
          <p:nvPr/>
        </p:nvSpPr>
        <p:spPr>
          <a:xfrm>
            <a:off x="690459" y="914399"/>
            <a:ext cx="3574593" cy="190499"/>
          </a:xfrm>
          <a:prstGeom prst="rect">
            <a:avLst/>
          </a:prstGeom>
          <a:gradFill>
            <a:gsLst>
              <a:gs pos="0">
                <a:srgbClr val="3F3F3F"/>
              </a:gs>
              <a:gs pos="100000">
                <a:srgbClr val="0C0C0C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3"/>
          <p:cNvSpPr/>
          <p:nvPr/>
        </p:nvSpPr>
        <p:spPr>
          <a:xfrm>
            <a:off x="7934042" y="3426538"/>
            <a:ext cx="3574593" cy="190499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Slide">
  <p:cSld name="25_Title Slide"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4"/>
          <p:cNvSpPr/>
          <p:nvPr/>
        </p:nvSpPr>
        <p:spPr>
          <a:xfrm>
            <a:off x="0" y="0"/>
            <a:ext cx="7106419" cy="360861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4"/>
          <p:cNvSpPr>
            <a:spLocks noGrp="1"/>
          </p:cNvSpPr>
          <p:nvPr>
            <p:ph type="pic" idx="2"/>
          </p:nvPr>
        </p:nvSpPr>
        <p:spPr>
          <a:xfrm>
            <a:off x="7106419" y="0"/>
            <a:ext cx="5085581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34"/>
          <p:cNvSpPr>
            <a:spLocks noGrp="1"/>
          </p:cNvSpPr>
          <p:nvPr>
            <p:ph type="pic" idx="3"/>
          </p:nvPr>
        </p:nvSpPr>
        <p:spPr>
          <a:xfrm>
            <a:off x="6453454" y="2425559"/>
            <a:ext cx="2290496" cy="339970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25" name="Google Shape;125;p34"/>
          <p:cNvSpPr/>
          <p:nvPr/>
        </p:nvSpPr>
        <p:spPr>
          <a:xfrm>
            <a:off x="1480457" y="2330948"/>
            <a:ext cx="4972997" cy="3608613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4"/>
          <p:cNvSpPr>
            <a:spLocks noGrp="1"/>
          </p:cNvSpPr>
          <p:nvPr>
            <p:ph type="pic" idx="4"/>
          </p:nvPr>
        </p:nvSpPr>
        <p:spPr>
          <a:xfrm>
            <a:off x="4046262" y="2425559"/>
            <a:ext cx="2290496" cy="339970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27" name="Google Shape;127;p34"/>
          <p:cNvSpPr>
            <a:spLocks noGrp="1"/>
          </p:cNvSpPr>
          <p:nvPr>
            <p:ph type="pic" idx="5"/>
          </p:nvPr>
        </p:nvSpPr>
        <p:spPr>
          <a:xfrm>
            <a:off x="1620020" y="2425559"/>
            <a:ext cx="2290496" cy="339970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Title Slide">
  <p:cSld name="26_Title Slide"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/>
          <p:nvPr/>
        </p:nvSpPr>
        <p:spPr>
          <a:xfrm>
            <a:off x="3534115" y="1752599"/>
            <a:ext cx="3574593" cy="3257800"/>
          </a:xfrm>
          <a:prstGeom prst="rect">
            <a:avLst/>
          </a:prstGeom>
          <a:gradFill>
            <a:gsLst>
              <a:gs pos="0">
                <a:srgbClr val="3F3F3F"/>
              </a:gs>
              <a:gs pos="100000">
                <a:srgbClr val="0C0C0C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5"/>
          <p:cNvSpPr/>
          <p:nvPr/>
        </p:nvSpPr>
        <p:spPr>
          <a:xfrm>
            <a:off x="6091135" y="0"/>
            <a:ext cx="6100866" cy="68580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5"/>
          <p:cNvSpPr>
            <a:spLocks noGrp="1"/>
          </p:cNvSpPr>
          <p:nvPr>
            <p:ph type="pic" idx="2"/>
          </p:nvPr>
        </p:nvSpPr>
        <p:spPr>
          <a:xfrm>
            <a:off x="3681314" y="1847603"/>
            <a:ext cx="2409821" cy="30101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2" name="Google Shape;132;p35"/>
          <p:cNvSpPr>
            <a:spLocks noGrp="1"/>
          </p:cNvSpPr>
          <p:nvPr>
            <p:ph type="pic" idx="3"/>
          </p:nvPr>
        </p:nvSpPr>
        <p:spPr>
          <a:xfrm>
            <a:off x="8447792" y="1847602"/>
            <a:ext cx="3126381" cy="45323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3" name="Google Shape;133;p35"/>
          <p:cNvSpPr>
            <a:spLocks noGrp="1"/>
          </p:cNvSpPr>
          <p:nvPr>
            <p:ph type="pic" idx="4"/>
          </p:nvPr>
        </p:nvSpPr>
        <p:spPr>
          <a:xfrm>
            <a:off x="6091135" y="1847602"/>
            <a:ext cx="2356658" cy="36959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4" name="Google Shape;134;p35"/>
          <p:cNvSpPr>
            <a:spLocks noGrp="1"/>
          </p:cNvSpPr>
          <p:nvPr>
            <p:ph type="pic" idx="5"/>
          </p:nvPr>
        </p:nvSpPr>
        <p:spPr>
          <a:xfrm>
            <a:off x="0" y="8164"/>
            <a:ext cx="3681313" cy="183943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5" name="Google Shape;135;p35"/>
          <p:cNvSpPr/>
          <p:nvPr/>
        </p:nvSpPr>
        <p:spPr>
          <a:xfrm>
            <a:off x="3744209" y="1752599"/>
            <a:ext cx="4653957" cy="95002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_Title Slide">
  <p:cSld name="31_Title Slide"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6"/>
          <p:cNvSpPr>
            <a:spLocks noGrp="1"/>
          </p:cNvSpPr>
          <p:nvPr>
            <p:ph type="pic" idx="2"/>
          </p:nvPr>
        </p:nvSpPr>
        <p:spPr>
          <a:xfrm>
            <a:off x="6486723" y="1412818"/>
            <a:ext cx="4222821" cy="239572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Slide">
  <p:cSld name="32_Title Slide"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7"/>
          <p:cNvSpPr/>
          <p:nvPr/>
        </p:nvSpPr>
        <p:spPr>
          <a:xfrm>
            <a:off x="5094514" y="0"/>
            <a:ext cx="7097486" cy="68580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7"/>
          <p:cNvSpPr>
            <a:spLocks noGrp="1"/>
          </p:cNvSpPr>
          <p:nvPr>
            <p:ph type="pic" idx="2"/>
          </p:nvPr>
        </p:nvSpPr>
        <p:spPr>
          <a:xfrm>
            <a:off x="7051589" y="1458922"/>
            <a:ext cx="5140412" cy="35732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Title Slide">
  <p:cSld name="33_Title Slide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8"/>
          <p:cNvSpPr/>
          <p:nvPr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8"/>
          <p:cNvSpPr>
            <a:spLocks noGrp="1"/>
          </p:cNvSpPr>
          <p:nvPr>
            <p:ph type="pic" idx="2"/>
          </p:nvPr>
        </p:nvSpPr>
        <p:spPr>
          <a:xfrm>
            <a:off x="7123555" y="3115266"/>
            <a:ext cx="2362200" cy="374273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4" name="Google Shape;144;p38"/>
          <p:cNvSpPr>
            <a:spLocks noGrp="1"/>
          </p:cNvSpPr>
          <p:nvPr>
            <p:ph type="pic" idx="3"/>
          </p:nvPr>
        </p:nvSpPr>
        <p:spPr>
          <a:xfrm>
            <a:off x="2668144" y="3115266"/>
            <a:ext cx="2362200" cy="374273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5" name="Google Shape;145;p38"/>
          <p:cNvSpPr>
            <a:spLocks noGrp="1"/>
          </p:cNvSpPr>
          <p:nvPr>
            <p:ph type="pic" idx="4"/>
          </p:nvPr>
        </p:nvSpPr>
        <p:spPr>
          <a:xfrm>
            <a:off x="4609719" y="2009191"/>
            <a:ext cx="2934461" cy="484880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_Title Slide">
  <p:cSld name="34_Title Slide"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9"/>
          <p:cNvSpPr/>
          <p:nvPr/>
        </p:nvSpPr>
        <p:spPr>
          <a:xfrm>
            <a:off x="0" y="0"/>
            <a:ext cx="5404757" cy="68580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9"/>
          <p:cNvSpPr>
            <a:spLocks noGrp="1"/>
          </p:cNvSpPr>
          <p:nvPr>
            <p:ph type="pic" idx="2"/>
          </p:nvPr>
        </p:nvSpPr>
        <p:spPr>
          <a:xfrm>
            <a:off x="1295009" y="1480930"/>
            <a:ext cx="2767649" cy="38961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0"/>
          <p:cNvSpPr/>
          <p:nvPr/>
        </p:nvSpPr>
        <p:spPr>
          <a:xfrm>
            <a:off x="0" y="0"/>
            <a:ext cx="5878285" cy="6858000"/>
          </a:xfrm>
          <a:prstGeom prst="rect">
            <a:avLst/>
          </a:prstGeom>
          <a:solidFill>
            <a:srgbClr val="0E44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0"/>
          <p:cNvSpPr>
            <a:spLocks noGrp="1"/>
          </p:cNvSpPr>
          <p:nvPr>
            <p:ph type="pic" idx="2"/>
          </p:nvPr>
        </p:nvSpPr>
        <p:spPr>
          <a:xfrm>
            <a:off x="1073436" y="2247901"/>
            <a:ext cx="4789716" cy="461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2" name="Google Shape;152;p40"/>
          <p:cNvSpPr/>
          <p:nvPr/>
        </p:nvSpPr>
        <p:spPr>
          <a:xfrm>
            <a:off x="5882966" y="1162049"/>
            <a:ext cx="1851334" cy="569594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0"/>
          <p:cNvSpPr/>
          <p:nvPr/>
        </p:nvSpPr>
        <p:spPr>
          <a:xfrm>
            <a:off x="5863152" y="1"/>
            <a:ext cx="174171" cy="2590799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0"/>
          <p:cNvSpPr/>
          <p:nvPr/>
        </p:nvSpPr>
        <p:spPr>
          <a:xfrm>
            <a:off x="-18287" y="0"/>
            <a:ext cx="1980438" cy="590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7" name="Google Shape;157;p41"/>
          <p:cNvSpPr>
            <a:spLocks noGrp="1"/>
          </p:cNvSpPr>
          <p:nvPr>
            <p:ph type="pic" idx="3"/>
          </p:nvPr>
        </p:nvSpPr>
        <p:spPr>
          <a:xfrm>
            <a:off x="657225" y="523875"/>
            <a:ext cx="5438775" cy="58102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D9BCD26-B4FD-F348-9BC9-79669392F4C5}"/>
              </a:ext>
            </a:extLst>
          </p:cNvPr>
          <p:cNvSpPr/>
          <p:nvPr userDrawn="1"/>
        </p:nvSpPr>
        <p:spPr>
          <a:xfrm flipH="1">
            <a:off x="-8" y="0"/>
            <a:ext cx="1219200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0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369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80" r:id="rId31"/>
    <p:sldLayoutId id="2147483681" r:id="rId3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1062314" y="4375531"/>
            <a:ext cx="675377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Risk Yönetim Platformu</a:t>
            </a:r>
            <a:endParaRPr sz="4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163" name="Google Shape;163;p1"/>
          <p:cNvGrpSpPr/>
          <p:nvPr/>
        </p:nvGrpSpPr>
        <p:grpSpPr>
          <a:xfrm>
            <a:off x="1124004" y="1836166"/>
            <a:ext cx="6705272" cy="1292606"/>
            <a:chOff x="1124004" y="1836166"/>
            <a:chExt cx="6705272" cy="1292606"/>
          </a:xfrm>
        </p:grpSpPr>
        <p:pic>
          <p:nvPicPr>
            <p:cNvPr id="164" name="Google Shape;164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24004" y="2138726"/>
              <a:ext cx="2354511" cy="7661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90028" y="2147226"/>
              <a:ext cx="3139248" cy="75811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6" name="Google Shape;166;p1"/>
            <p:cNvCxnSpPr/>
            <p:nvPr/>
          </p:nvCxnSpPr>
          <p:spPr>
            <a:xfrm>
              <a:off x="4080535" y="1836166"/>
              <a:ext cx="0" cy="1292606"/>
            </a:xfrm>
            <a:prstGeom prst="straightConnector1">
              <a:avLst/>
            </a:prstGeom>
            <a:noFill/>
            <a:ln w="9525" cap="flat" cmpd="sng">
              <a:solidFill>
                <a:schemeClr val="lt1">
                  <a:alpha val="80784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167" name="Google Shape;167;p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0" y="293914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68" name="Google Shape;168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336" y="6023475"/>
            <a:ext cx="1871575" cy="4512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1"/>
          <p:cNvGrpSpPr/>
          <p:nvPr/>
        </p:nvGrpSpPr>
        <p:grpSpPr>
          <a:xfrm>
            <a:off x="812078" y="521156"/>
            <a:ext cx="4724734" cy="712032"/>
            <a:chOff x="527987" y="521156"/>
            <a:chExt cx="4724734" cy="712032"/>
          </a:xfrm>
        </p:grpSpPr>
        <p:sp>
          <p:nvSpPr>
            <p:cNvPr id="170" name="Google Shape;170;p1"/>
            <p:cNvSpPr txBox="1"/>
            <p:nvPr/>
          </p:nvSpPr>
          <p:spPr>
            <a:xfrm>
              <a:off x="1062314" y="608910"/>
              <a:ext cx="172134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lt1"/>
                  </a:solidFill>
                  <a:latin typeface="Krub"/>
                  <a:ea typeface="Krub"/>
                  <a:cs typeface="Krub"/>
                  <a:sym typeface="Krub"/>
                </a:rPr>
                <a:t>www.fincheckup.ai</a:t>
              </a:r>
              <a:endParaRPr sz="800" b="1">
                <a:solidFill>
                  <a:schemeClr val="lt1"/>
                </a:solidFill>
                <a:latin typeface="Krub SemiBold"/>
                <a:ea typeface="Krub SemiBold"/>
                <a:cs typeface="Krub SemiBold"/>
                <a:sym typeface="Krub SemiBold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2129685" y="699636"/>
              <a:ext cx="564899" cy="4571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2" name="Google Shape;172;p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27987" y="575990"/>
              <a:ext cx="1884147" cy="6067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121939" y="521156"/>
              <a:ext cx="2130782" cy="7120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" name="Google Shape;174;p1"/>
          <p:cNvSpPr txBox="1"/>
          <p:nvPr/>
        </p:nvSpPr>
        <p:spPr>
          <a:xfrm>
            <a:off x="812078" y="6228483"/>
            <a:ext cx="166624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www.nefsolution.com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1D3C9A31-B00F-DF83-B265-2709768AFC25}"/>
              </a:ext>
            </a:extLst>
          </p:cNvPr>
          <p:cNvCxnSpPr/>
          <p:nvPr/>
        </p:nvCxnSpPr>
        <p:spPr>
          <a:xfrm>
            <a:off x="426390" y="0"/>
            <a:ext cx="0" cy="6858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81">
            <a:extLst>
              <a:ext uri="{FF2B5EF4-FFF2-40B4-BE49-F238E27FC236}">
                <a16:creationId xmlns:a16="http://schemas.microsoft.com/office/drawing/2014/main" id="{3A07CFC6-CEBA-2344-CEA7-D4CDC2932198}"/>
              </a:ext>
            </a:extLst>
          </p:cNvPr>
          <p:cNvCxnSpPr>
            <a:cxnSpLocks/>
          </p:cNvCxnSpPr>
          <p:nvPr/>
        </p:nvCxnSpPr>
        <p:spPr>
          <a:xfrm>
            <a:off x="427840" y="333098"/>
            <a:ext cx="0" cy="616971"/>
          </a:xfrm>
          <a:prstGeom prst="line">
            <a:avLst/>
          </a:prstGeom>
          <a:ln w="38100" cap="rnd">
            <a:solidFill>
              <a:srgbClr val="2D287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490FE0D8-AF91-1B9D-2ABA-B104897E2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3221" y="6373109"/>
            <a:ext cx="2548572" cy="400986"/>
          </a:xfrm>
          <a:prstGeom prst="rect">
            <a:avLst/>
          </a:prstGeom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9A01C07C-5169-7CE5-9FB0-40BED8CD04AA}"/>
              </a:ext>
            </a:extLst>
          </p:cNvPr>
          <p:cNvSpPr txBox="1"/>
          <p:nvPr/>
        </p:nvSpPr>
        <p:spPr>
          <a:xfrm>
            <a:off x="585951" y="368399"/>
            <a:ext cx="5928630" cy="55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tr-TR" sz="3600" b="1" spc="-50" dirty="0">
                <a:solidFill>
                  <a:srgbClr val="2D287E"/>
                </a:solidFill>
                <a:latin typeface="Sora" pitchFamily="2" charset="0"/>
                <a:cs typeface="Sora" pitchFamily="2" charset="0"/>
              </a:rPr>
              <a:t>Stratejimiz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36B3D337-BF30-9E08-CA51-9E1DF88BB84C}"/>
              </a:ext>
            </a:extLst>
          </p:cNvPr>
          <p:cNvSpPr txBox="1"/>
          <p:nvPr/>
        </p:nvSpPr>
        <p:spPr>
          <a:xfrm>
            <a:off x="585951" y="932249"/>
            <a:ext cx="8100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rgbClr val="2A3979"/>
                </a:solidFill>
                <a:latin typeface="Sora"/>
                <a:cs typeface="Sora"/>
              </a:rPr>
              <a:t>Kobi’ler ve Bankalar dahil tüm finans sektörü için </a:t>
            </a:r>
            <a:r>
              <a:rPr lang="tr-TR" sz="1200" dirty="0" err="1">
                <a:solidFill>
                  <a:srgbClr val="2A3979"/>
                </a:solidFill>
                <a:latin typeface="Sora"/>
                <a:cs typeface="Sora"/>
              </a:rPr>
              <a:t>Tak,Çalıştır</a:t>
            </a:r>
            <a:r>
              <a:rPr lang="tr-TR" sz="1200" dirty="0">
                <a:solidFill>
                  <a:srgbClr val="2A3979"/>
                </a:solidFill>
                <a:latin typeface="Sora"/>
                <a:cs typeface="Sora"/>
              </a:rPr>
              <a:t> Dijital Finans Çözümleri Sağlamak . </a:t>
            </a:r>
            <a:endParaRPr lang="en-US" sz="1200" dirty="0">
              <a:solidFill>
                <a:srgbClr val="2A3979"/>
              </a:solidFill>
              <a:latin typeface="Sora"/>
              <a:cs typeface="Sora"/>
            </a:endParaRPr>
          </a:p>
        </p:txBody>
      </p:sp>
      <p:sp>
        <p:nvSpPr>
          <p:cNvPr id="18" name="Google Shape;315;g30b2498e371_0_5">
            <a:extLst>
              <a:ext uri="{FF2B5EF4-FFF2-40B4-BE49-F238E27FC236}">
                <a16:creationId xmlns:a16="http://schemas.microsoft.com/office/drawing/2014/main" id="{A7A97558-2614-66BE-8429-87DC5636CAB9}"/>
              </a:ext>
            </a:extLst>
          </p:cNvPr>
          <p:cNvSpPr txBox="1"/>
          <p:nvPr/>
        </p:nvSpPr>
        <p:spPr>
          <a:xfrm>
            <a:off x="585950" y="2551857"/>
            <a:ext cx="4995367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tr-T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ora"/>
                <a:cs typeface="Sora"/>
              </a:rPr>
              <a:t>Fincheckup</a:t>
            </a:r>
            <a:r>
              <a:rPr lang="tr-T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Sora"/>
                <a:cs typeface="Sora"/>
              </a:rPr>
              <a:t>/Kobi E-Kredi, finansal kurumlar ve işletmelerin tüzel müşteri kazanımı ve risk yönetimini yeniden şekillendirmek için geliştirilmiş ileri düzey bir Finansal Mühendislik çözümüdür.</a:t>
            </a:r>
          </a:p>
          <a:p>
            <a:pPr algn="just"/>
            <a:endParaRPr lang="tr-TR" sz="1200" dirty="0">
              <a:solidFill>
                <a:schemeClr val="tx1">
                  <a:lumMod val="65000"/>
                  <a:lumOff val="35000"/>
                </a:schemeClr>
              </a:solidFill>
              <a:latin typeface="Sora"/>
              <a:cs typeface="Sora"/>
            </a:endParaRPr>
          </a:p>
          <a:p>
            <a:pPr algn="just"/>
            <a:r>
              <a:rPr lang="tr-T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Sora"/>
                <a:cs typeface="Sora"/>
              </a:rPr>
              <a:t>Veri analitiği, yapay zeka ve otomasyonu entegre eden </a:t>
            </a:r>
            <a:r>
              <a:rPr lang="tr-T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ora"/>
                <a:cs typeface="Sora"/>
              </a:rPr>
              <a:t>Fincheckup</a:t>
            </a:r>
            <a:r>
              <a:rPr lang="tr-T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Sora"/>
                <a:cs typeface="Sora"/>
              </a:rPr>
              <a:t>, süreçlerinizi hızlandırarak, karar alma yetkinliğinizi artırarak ve riskleri minimize ederek size güçlü bir çözüm sunar.</a:t>
            </a:r>
          </a:p>
        </p:txBody>
      </p:sp>
      <p:sp>
        <p:nvSpPr>
          <p:cNvPr id="19" name="Serbest Form: Şekil 18">
            <a:extLst>
              <a:ext uri="{FF2B5EF4-FFF2-40B4-BE49-F238E27FC236}">
                <a16:creationId xmlns:a16="http://schemas.microsoft.com/office/drawing/2014/main" id="{7417F250-2564-0EDA-AF05-B0D3ABFEB0CA}"/>
              </a:ext>
            </a:extLst>
          </p:cNvPr>
          <p:cNvSpPr/>
          <p:nvPr/>
        </p:nvSpPr>
        <p:spPr>
          <a:xfrm>
            <a:off x="7265595" y="1311482"/>
            <a:ext cx="1580738" cy="724855"/>
          </a:xfrm>
          <a:custGeom>
            <a:avLst/>
            <a:gdLst>
              <a:gd name="connsiteX0" fmla="*/ 1686218 w 1686217"/>
              <a:gd name="connsiteY0" fmla="*/ 40634 h 773223"/>
              <a:gd name="connsiteX1" fmla="*/ 1686218 w 1686217"/>
              <a:gd name="connsiteY1" fmla="*/ 533448 h 773223"/>
              <a:gd name="connsiteX2" fmla="*/ 1224663 w 1686217"/>
              <a:gd name="connsiteY2" fmla="*/ 120666 h 773223"/>
              <a:gd name="connsiteX3" fmla="*/ 1170740 w 1686217"/>
              <a:gd name="connsiteY3" fmla="*/ 88216 h 773223"/>
              <a:gd name="connsiteX4" fmla="*/ 59139 w 1686217"/>
              <a:gd name="connsiteY4" fmla="*/ 773223 h 773223"/>
              <a:gd name="connsiteX5" fmla="*/ 8918 w 1686217"/>
              <a:gd name="connsiteY5" fmla="*/ 724322 h 773223"/>
              <a:gd name="connsiteX6" fmla="*/ 9046 w 1686217"/>
              <a:gd name="connsiteY6" fmla="*/ 681279 h 773223"/>
              <a:gd name="connsiteX7" fmla="*/ 1211432 w 1686217"/>
              <a:gd name="connsiteY7" fmla="*/ 46557 h 773223"/>
              <a:gd name="connsiteX8" fmla="*/ 1644785 w 1686217"/>
              <a:gd name="connsiteY8" fmla="*/ 6 h 773223"/>
              <a:gd name="connsiteX9" fmla="*/ 1686218 w 1686217"/>
              <a:gd name="connsiteY9" fmla="*/ 40602 h 773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86217" h="773223">
                <a:moveTo>
                  <a:pt x="1686218" y="40634"/>
                </a:moveTo>
                <a:lnTo>
                  <a:pt x="1686218" y="533448"/>
                </a:lnTo>
                <a:cubicBezTo>
                  <a:pt x="1464503" y="533448"/>
                  <a:pt x="1278168" y="325544"/>
                  <a:pt x="1224663" y="120666"/>
                </a:cubicBezTo>
                <a:cubicBezTo>
                  <a:pt x="1218514" y="97133"/>
                  <a:pt x="1194434" y="82839"/>
                  <a:pt x="1170740" y="88216"/>
                </a:cubicBezTo>
                <a:cubicBezTo>
                  <a:pt x="725217" y="189431"/>
                  <a:pt x="375373" y="463138"/>
                  <a:pt x="59139" y="773223"/>
                </a:cubicBezTo>
                <a:lnTo>
                  <a:pt x="8918" y="724322"/>
                </a:lnTo>
                <a:cubicBezTo>
                  <a:pt x="-2994" y="712410"/>
                  <a:pt x="-2994" y="693030"/>
                  <a:pt x="9046" y="681279"/>
                </a:cubicBezTo>
                <a:cubicBezTo>
                  <a:pt x="334037" y="364466"/>
                  <a:pt x="748557" y="139113"/>
                  <a:pt x="1211432" y="46557"/>
                </a:cubicBezTo>
                <a:cubicBezTo>
                  <a:pt x="1351794" y="18388"/>
                  <a:pt x="1496632" y="2517"/>
                  <a:pt x="1644785" y="6"/>
                </a:cubicBezTo>
                <a:cubicBezTo>
                  <a:pt x="1667513" y="-380"/>
                  <a:pt x="1686218" y="17873"/>
                  <a:pt x="1686218" y="40602"/>
                </a:cubicBezTo>
                <a:close/>
              </a:path>
            </a:pathLst>
          </a:custGeom>
          <a:solidFill>
            <a:srgbClr val="2D287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tr-TR"/>
          </a:p>
        </p:txBody>
      </p:sp>
      <p:sp>
        <p:nvSpPr>
          <p:cNvPr id="20" name="Serbest Form: Şekil 19">
            <a:extLst>
              <a:ext uri="{FF2B5EF4-FFF2-40B4-BE49-F238E27FC236}">
                <a16:creationId xmlns:a16="http://schemas.microsoft.com/office/drawing/2014/main" id="{47C542B2-AA5C-DBD1-1FE6-112BB5F117E6}"/>
              </a:ext>
            </a:extLst>
          </p:cNvPr>
          <p:cNvSpPr/>
          <p:nvPr/>
        </p:nvSpPr>
        <p:spPr>
          <a:xfrm>
            <a:off x="6526830" y="2052994"/>
            <a:ext cx="1013759" cy="1576213"/>
          </a:xfrm>
          <a:custGeom>
            <a:avLst/>
            <a:gdLst>
              <a:gd name="connsiteX0" fmla="*/ 732946 w 1081405"/>
              <a:gd name="connsiteY0" fmla="*/ 11882 h 1681390"/>
              <a:gd name="connsiteX1" fmla="*/ 1081405 w 1081405"/>
              <a:gd name="connsiteY1" fmla="*/ 360341 h 1681390"/>
              <a:gd name="connsiteX2" fmla="*/ 463166 w 1081405"/>
              <a:gd name="connsiteY2" fmla="*/ 394852 h 1681390"/>
              <a:gd name="connsiteX3" fmla="*/ 402096 w 1081405"/>
              <a:gd name="connsiteY3" fmla="*/ 410048 h 1681390"/>
              <a:gd name="connsiteX4" fmla="*/ 100477 w 1081405"/>
              <a:gd name="connsiteY4" fmla="*/ 1680457 h 1681390"/>
              <a:gd name="connsiteX5" fmla="*/ 30360 w 1081405"/>
              <a:gd name="connsiteY5" fmla="*/ 1681391 h 1681390"/>
              <a:gd name="connsiteX6" fmla="*/ 2 w 1081405"/>
              <a:gd name="connsiteY6" fmla="*/ 1650840 h 1681390"/>
              <a:gd name="connsiteX7" fmla="*/ 401420 w 1081405"/>
              <a:gd name="connsiteY7" fmla="*/ 351778 h 1681390"/>
              <a:gd name="connsiteX8" fmla="*/ 674933 w 1081405"/>
              <a:gd name="connsiteY8" fmla="*/ 12461 h 1681390"/>
              <a:gd name="connsiteX9" fmla="*/ 732946 w 1081405"/>
              <a:gd name="connsiteY9" fmla="*/ 11882 h 1681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1405" h="1681390">
                <a:moveTo>
                  <a:pt x="732946" y="11882"/>
                </a:moveTo>
                <a:lnTo>
                  <a:pt x="1081405" y="360341"/>
                </a:lnTo>
                <a:cubicBezTo>
                  <a:pt x="924624" y="517122"/>
                  <a:pt x="645895" y="501863"/>
                  <a:pt x="463166" y="394852"/>
                </a:cubicBezTo>
                <a:cubicBezTo>
                  <a:pt x="442176" y="382555"/>
                  <a:pt x="415037" y="389476"/>
                  <a:pt x="402096" y="410048"/>
                </a:cubicBezTo>
                <a:cubicBezTo>
                  <a:pt x="158618" y="796656"/>
                  <a:pt x="104791" y="1237575"/>
                  <a:pt x="100477" y="1680457"/>
                </a:cubicBezTo>
                <a:lnTo>
                  <a:pt x="30360" y="1681391"/>
                </a:lnTo>
                <a:cubicBezTo>
                  <a:pt x="13523" y="1681391"/>
                  <a:pt x="-191" y="1667677"/>
                  <a:pt x="2" y="1650840"/>
                </a:cubicBezTo>
                <a:cubicBezTo>
                  <a:pt x="5797" y="1197012"/>
                  <a:pt x="139560" y="744535"/>
                  <a:pt x="401420" y="351778"/>
                </a:cubicBezTo>
                <a:cubicBezTo>
                  <a:pt x="480744" y="232599"/>
                  <a:pt x="571947" y="118956"/>
                  <a:pt x="674933" y="12461"/>
                </a:cubicBezTo>
                <a:cubicBezTo>
                  <a:pt x="690740" y="-3893"/>
                  <a:pt x="716881" y="-4215"/>
                  <a:pt x="732946" y="11882"/>
                </a:cubicBezTo>
                <a:close/>
              </a:path>
            </a:pathLst>
          </a:custGeom>
          <a:solidFill>
            <a:srgbClr val="0070C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tr-TR"/>
          </a:p>
        </p:txBody>
      </p:sp>
      <p:sp>
        <p:nvSpPr>
          <p:cNvPr id="21" name="Serbest Form: Şekil 20">
            <a:extLst>
              <a:ext uri="{FF2B5EF4-FFF2-40B4-BE49-F238E27FC236}">
                <a16:creationId xmlns:a16="http://schemas.microsoft.com/office/drawing/2014/main" id="{CBF505E4-AD33-0771-70AB-DB3971D9CE64}"/>
              </a:ext>
            </a:extLst>
          </p:cNvPr>
          <p:cNvSpPr/>
          <p:nvPr/>
        </p:nvSpPr>
        <p:spPr>
          <a:xfrm>
            <a:off x="6526826" y="3723670"/>
            <a:ext cx="724825" cy="1580738"/>
          </a:xfrm>
          <a:custGeom>
            <a:avLst/>
            <a:gdLst>
              <a:gd name="connsiteX0" fmla="*/ 40602 w 773191"/>
              <a:gd name="connsiteY0" fmla="*/ 0 h 1686217"/>
              <a:gd name="connsiteX1" fmla="*/ 533416 w 773191"/>
              <a:gd name="connsiteY1" fmla="*/ 0 h 1686217"/>
              <a:gd name="connsiteX2" fmla="*/ 120634 w 773191"/>
              <a:gd name="connsiteY2" fmla="*/ 461554 h 1686217"/>
              <a:gd name="connsiteX3" fmla="*/ 88183 w 773191"/>
              <a:gd name="connsiteY3" fmla="*/ 515478 h 1686217"/>
              <a:gd name="connsiteX4" fmla="*/ 773191 w 773191"/>
              <a:gd name="connsiteY4" fmla="*/ 1627078 h 1686217"/>
              <a:gd name="connsiteX5" fmla="*/ 724290 w 773191"/>
              <a:gd name="connsiteY5" fmla="*/ 1677300 h 1686217"/>
              <a:gd name="connsiteX6" fmla="*/ 681247 w 773191"/>
              <a:gd name="connsiteY6" fmla="*/ 1677171 h 1686217"/>
              <a:gd name="connsiteX7" fmla="*/ 46525 w 773191"/>
              <a:gd name="connsiteY7" fmla="*/ 474754 h 1686217"/>
              <a:gd name="connsiteX8" fmla="*/ 6 w 773191"/>
              <a:gd name="connsiteY8" fmla="*/ 41465 h 1686217"/>
              <a:gd name="connsiteX9" fmla="*/ 40602 w 773191"/>
              <a:gd name="connsiteY9" fmla="*/ 32 h 1686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3191" h="1686217">
                <a:moveTo>
                  <a:pt x="40602" y="0"/>
                </a:moveTo>
                <a:lnTo>
                  <a:pt x="533416" y="0"/>
                </a:lnTo>
                <a:cubicBezTo>
                  <a:pt x="533416" y="221715"/>
                  <a:pt x="325512" y="408049"/>
                  <a:pt x="120634" y="461554"/>
                </a:cubicBezTo>
                <a:cubicBezTo>
                  <a:pt x="97101" y="467703"/>
                  <a:pt x="82807" y="491784"/>
                  <a:pt x="88183" y="515478"/>
                </a:cubicBezTo>
                <a:cubicBezTo>
                  <a:pt x="189399" y="961000"/>
                  <a:pt x="463106" y="1310844"/>
                  <a:pt x="773191" y="1627078"/>
                </a:cubicBezTo>
                <a:lnTo>
                  <a:pt x="724290" y="1677300"/>
                </a:lnTo>
                <a:cubicBezTo>
                  <a:pt x="712378" y="1689211"/>
                  <a:pt x="692998" y="1689211"/>
                  <a:pt x="681247" y="1677171"/>
                </a:cubicBezTo>
                <a:cubicBezTo>
                  <a:pt x="364434" y="1352181"/>
                  <a:pt x="139081" y="937660"/>
                  <a:pt x="46525" y="474754"/>
                </a:cubicBezTo>
                <a:cubicBezTo>
                  <a:pt x="18388" y="334423"/>
                  <a:pt x="2517" y="189586"/>
                  <a:pt x="6" y="41465"/>
                </a:cubicBezTo>
                <a:cubicBezTo>
                  <a:pt x="-380" y="18736"/>
                  <a:pt x="17873" y="32"/>
                  <a:pt x="40602" y="32"/>
                </a:cubicBezTo>
                <a:close/>
              </a:path>
            </a:pathLst>
          </a:custGeom>
          <a:solidFill>
            <a:srgbClr val="2D287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tr-TR"/>
          </a:p>
        </p:txBody>
      </p:sp>
      <p:sp>
        <p:nvSpPr>
          <p:cNvPr id="23" name="Serbest Form: Şekil 22">
            <a:extLst>
              <a:ext uri="{FF2B5EF4-FFF2-40B4-BE49-F238E27FC236}">
                <a16:creationId xmlns:a16="http://schemas.microsoft.com/office/drawing/2014/main" id="{0F21AA7F-91C2-472F-259D-962A03C305B2}"/>
              </a:ext>
            </a:extLst>
          </p:cNvPr>
          <p:cNvSpPr/>
          <p:nvPr/>
        </p:nvSpPr>
        <p:spPr>
          <a:xfrm>
            <a:off x="7268338" y="5029443"/>
            <a:ext cx="1576213" cy="1013759"/>
          </a:xfrm>
          <a:custGeom>
            <a:avLst/>
            <a:gdLst>
              <a:gd name="connsiteX0" fmla="*/ 11882 w 1681390"/>
              <a:gd name="connsiteY0" fmla="*/ 348460 h 1081405"/>
              <a:gd name="connsiteX1" fmla="*/ 360341 w 1681390"/>
              <a:gd name="connsiteY1" fmla="*/ 0 h 1081405"/>
              <a:gd name="connsiteX2" fmla="*/ 394852 w 1681390"/>
              <a:gd name="connsiteY2" fmla="*/ 618239 h 1081405"/>
              <a:gd name="connsiteX3" fmla="*/ 410048 w 1681390"/>
              <a:gd name="connsiteY3" fmla="*/ 679310 h 1081405"/>
              <a:gd name="connsiteX4" fmla="*/ 1680457 w 1681390"/>
              <a:gd name="connsiteY4" fmla="*/ 980928 h 1081405"/>
              <a:gd name="connsiteX5" fmla="*/ 1681391 w 1681390"/>
              <a:gd name="connsiteY5" fmla="*/ 1051045 h 1081405"/>
              <a:gd name="connsiteX6" fmla="*/ 1650840 w 1681390"/>
              <a:gd name="connsiteY6" fmla="*/ 1081403 h 1081405"/>
              <a:gd name="connsiteX7" fmla="*/ 351778 w 1681390"/>
              <a:gd name="connsiteY7" fmla="*/ 679986 h 1081405"/>
              <a:gd name="connsiteX8" fmla="*/ 12461 w 1681390"/>
              <a:gd name="connsiteY8" fmla="*/ 406472 h 1081405"/>
              <a:gd name="connsiteX9" fmla="*/ 11882 w 1681390"/>
              <a:gd name="connsiteY9" fmla="*/ 348460 h 1081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81390" h="1081405">
                <a:moveTo>
                  <a:pt x="11882" y="348460"/>
                </a:moveTo>
                <a:lnTo>
                  <a:pt x="360341" y="0"/>
                </a:lnTo>
                <a:cubicBezTo>
                  <a:pt x="517122" y="156781"/>
                  <a:pt x="501863" y="435510"/>
                  <a:pt x="394852" y="618239"/>
                </a:cubicBezTo>
                <a:cubicBezTo>
                  <a:pt x="382555" y="639229"/>
                  <a:pt x="389476" y="666368"/>
                  <a:pt x="410048" y="679310"/>
                </a:cubicBezTo>
                <a:cubicBezTo>
                  <a:pt x="796656" y="922787"/>
                  <a:pt x="1237575" y="976614"/>
                  <a:pt x="1680457" y="980928"/>
                </a:cubicBezTo>
                <a:lnTo>
                  <a:pt x="1681391" y="1051045"/>
                </a:lnTo>
                <a:cubicBezTo>
                  <a:pt x="1681391" y="1067882"/>
                  <a:pt x="1667677" y="1081597"/>
                  <a:pt x="1650840" y="1081403"/>
                </a:cubicBezTo>
                <a:cubicBezTo>
                  <a:pt x="1197012" y="1075609"/>
                  <a:pt x="744535" y="941846"/>
                  <a:pt x="351778" y="679986"/>
                </a:cubicBezTo>
                <a:cubicBezTo>
                  <a:pt x="232599" y="600662"/>
                  <a:pt x="118956" y="509458"/>
                  <a:pt x="12461" y="406472"/>
                </a:cubicBezTo>
                <a:cubicBezTo>
                  <a:pt x="-3893" y="390665"/>
                  <a:pt x="-4215" y="364524"/>
                  <a:pt x="11882" y="348460"/>
                </a:cubicBezTo>
                <a:close/>
              </a:path>
            </a:pathLst>
          </a:custGeom>
          <a:solidFill>
            <a:srgbClr val="0070C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tr-TR"/>
          </a:p>
        </p:txBody>
      </p:sp>
      <p:sp>
        <p:nvSpPr>
          <p:cNvPr id="24" name="Serbest Form: Şekil 23">
            <a:extLst>
              <a:ext uri="{FF2B5EF4-FFF2-40B4-BE49-F238E27FC236}">
                <a16:creationId xmlns:a16="http://schemas.microsoft.com/office/drawing/2014/main" id="{A8F7ED03-BD02-1A09-268B-CA793D223262}"/>
              </a:ext>
            </a:extLst>
          </p:cNvPr>
          <p:cNvSpPr/>
          <p:nvPr/>
        </p:nvSpPr>
        <p:spPr>
          <a:xfrm>
            <a:off x="8939014" y="5318351"/>
            <a:ext cx="1580738" cy="724855"/>
          </a:xfrm>
          <a:custGeom>
            <a:avLst/>
            <a:gdLst>
              <a:gd name="connsiteX0" fmla="*/ 0 w 1686217"/>
              <a:gd name="connsiteY0" fmla="*/ 732589 h 773223"/>
              <a:gd name="connsiteX1" fmla="*/ 0 w 1686217"/>
              <a:gd name="connsiteY1" fmla="*/ 239775 h 773223"/>
              <a:gd name="connsiteX2" fmla="*/ 461554 w 1686217"/>
              <a:gd name="connsiteY2" fmla="*/ 652557 h 773223"/>
              <a:gd name="connsiteX3" fmla="*/ 515478 w 1686217"/>
              <a:gd name="connsiteY3" fmla="*/ 685007 h 773223"/>
              <a:gd name="connsiteX4" fmla="*/ 1627078 w 1686217"/>
              <a:gd name="connsiteY4" fmla="*/ 0 h 773223"/>
              <a:gd name="connsiteX5" fmla="*/ 1677300 w 1686217"/>
              <a:gd name="connsiteY5" fmla="*/ 48901 h 773223"/>
              <a:gd name="connsiteX6" fmla="*/ 1677171 w 1686217"/>
              <a:gd name="connsiteY6" fmla="*/ 91944 h 773223"/>
              <a:gd name="connsiteX7" fmla="*/ 474754 w 1686217"/>
              <a:gd name="connsiteY7" fmla="*/ 726666 h 773223"/>
              <a:gd name="connsiteX8" fmla="*/ 41433 w 1686217"/>
              <a:gd name="connsiteY8" fmla="*/ 773217 h 773223"/>
              <a:gd name="connsiteX9" fmla="*/ 0 w 1686217"/>
              <a:gd name="connsiteY9" fmla="*/ 732621 h 773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86217" h="773223">
                <a:moveTo>
                  <a:pt x="0" y="732589"/>
                </a:moveTo>
                <a:lnTo>
                  <a:pt x="0" y="239775"/>
                </a:lnTo>
                <a:cubicBezTo>
                  <a:pt x="221715" y="239775"/>
                  <a:pt x="408049" y="447679"/>
                  <a:pt x="461554" y="652557"/>
                </a:cubicBezTo>
                <a:cubicBezTo>
                  <a:pt x="467703" y="676090"/>
                  <a:pt x="491784" y="690384"/>
                  <a:pt x="515478" y="685007"/>
                </a:cubicBezTo>
                <a:cubicBezTo>
                  <a:pt x="961000" y="583792"/>
                  <a:pt x="1310844" y="310085"/>
                  <a:pt x="1627078" y="0"/>
                </a:cubicBezTo>
                <a:lnTo>
                  <a:pt x="1677300" y="48901"/>
                </a:lnTo>
                <a:cubicBezTo>
                  <a:pt x="1689211" y="60813"/>
                  <a:pt x="1689211" y="80193"/>
                  <a:pt x="1677171" y="91944"/>
                </a:cubicBezTo>
                <a:cubicBezTo>
                  <a:pt x="1352181" y="408757"/>
                  <a:pt x="937660" y="634110"/>
                  <a:pt x="474754" y="726666"/>
                </a:cubicBezTo>
                <a:cubicBezTo>
                  <a:pt x="334391" y="754835"/>
                  <a:pt x="189554" y="770706"/>
                  <a:pt x="41433" y="773217"/>
                </a:cubicBezTo>
                <a:cubicBezTo>
                  <a:pt x="18704" y="773603"/>
                  <a:pt x="0" y="755350"/>
                  <a:pt x="0" y="732621"/>
                </a:cubicBezTo>
                <a:close/>
              </a:path>
            </a:pathLst>
          </a:custGeom>
          <a:solidFill>
            <a:srgbClr val="2D287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tr-TR"/>
          </a:p>
        </p:txBody>
      </p:sp>
      <p:sp>
        <p:nvSpPr>
          <p:cNvPr id="25" name="Serbest Form: Şekil 24">
            <a:extLst>
              <a:ext uri="{FF2B5EF4-FFF2-40B4-BE49-F238E27FC236}">
                <a16:creationId xmlns:a16="http://schemas.microsoft.com/office/drawing/2014/main" id="{D4F91B3C-90BB-09EE-A325-322042D5B218}"/>
              </a:ext>
            </a:extLst>
          </p:cNvPr>
          <p:cNvSpPr/>
          <p:nvPr/>
        </p:nvSpPr>
        <p:spPr>
          <a:xfrm>
            <a:off x="10244787" y="3725480"/>
            <a:ext cx="1013759" cy="1576213"/>
          </a:xfrm>
          <a:custGeom>
            <a:avLst/>
            <a:gdLst>
              <a:gd name="connsiteX0" fmla="*/ 348460 w 1081405"/>
              <a:gd name="connsiteY0" fmla="*/ 1669509 h 1681390"/>
              <a:gd name="connsiteX1" fmla="*/ 0 w 1081405"/>
              <a:gd name="connsiteY1" fmla="*/ 1321050 h 1681390"/>
              <a:gd name="connsiteX2" fmla="*/ 618239 w 1081405"/>
              <a:gd name="connsiteY2" fmla="*/ 1286539 h 1681390"/>
              <a:gd name="connsiteX3" fmla="*/ 679310 w 1081405"/>
              <a:gd name="connsiteY3" fmla="*/ 1271343 h 1681390"/>
              <a:gd name="connsiteX4" fmla="*/ 980928 w 1081405"/>
              <a:gd name="connsiteY4" fmla="*/ 934 h 1681390"/>
              <a:gd name="connsiteX5" fmla="*/ 1051045 w 1081405"/>
              <a:gd name="connsiteY5" fmla="*/ 0 h 1681390"/>
              <a:gd name="connsiteX6" fmla="*/ 1081403 w 1081405"/>
              <a:gd name="connsiteY6" fmla="*/ 30551 h 1681390"/>
              <a:gd name="connsiteX7" fmla="*/ 679986 w 1081405"/>
              <a:gd name="connsiteY7" fmla="*/ 1329613 h 1681390"/>
              <a:gd name="connsiteX8" fmla="*/ 406472 w 1081405"/>
              <a:gd name="connsiteY8" fmla="*/ 1668930 h 1681390"/>
              <a:gd name="connsiteX9" fmla="*/ 348460 w 1081405"/>
              <a:gd name="connsiteY9" fmla="*/ 1669509 h 1681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1405" h="1681390">
                <a:moveTo>
                  <a:pt x="348460" y="1669509"/>
                </a:moveTo>
                <a:lnTo>
                  <a:pt x="0" y="1321050"/>
                </a:lnTo>
                <a:cubicBezTo>
                  <a:pt x="156781" y="1164269"/>
                  <a:pt x="435510" y="1179528"/>
                  <a:pt x="618239" y="1286539"/>
                </a:cubicBezTo>
                <a:cubicBezTo>
                  <a:pt x="639229" y="1298836"/>
                  <a:pt x="666368" y="1291915"/>
                  <a:pt x="679310" y="1271343"/>
                </a:cubicBezTo>
                <a:cubicBezTo>
                  <a:pt x="922787" y="884734"/>
                  <a:pt x="976614" y="443816"/>
                  <a:pt x="980928" y="934"/>
                </a:cubicBezTo>
                <a:lnTo>
                  <a:pt x="1051045" y="0"/>
                </a:lnTo>
                <a:cubicBezTo>
                  <a:pt x="1067882" y="0"/>
                  <a:pt x="1081597" y="13714"/>
                  <a:pt x="1081403" y="30551"/>
                </a:cubicBezTo>
                <a:cubicBezTo>
                  <a:pt x="1075609" y="484380"/>
                  <a:pt x="941846" y="936856"/>
                  <a:pt x="679986" y="1329613"/>
                </a:cubicBezTo>
                <a:cubicBezTo>
                  <a:pt x="600662" y="1448793"/>
                  <a:pt x="509458" y="1562434"/>
                  <a:pt x="406472" y="1668930"/>
                </a:cubicBezTo>
                <a:cubicBezTo>
                  <a:pt x="390665" y="1685284"/>
                  <a:pt x="364524" y="1685606"/>
                  <a:pt x="348460" y="1669509"/>
                </a:cubicBezTo>
                <a:close/>
              </a:path>
            </a:pathLst>
          </a:custGeom>
          <a:solidFill>
            <a:srgbClr val="0070C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tr-TR"/>
          </a:p>
        </p:txBody>
      </p:sp>
      <p:sp>
        <p:nvSpPr>
          <p:cNvPr id="26" name="Serbest Form: Şekil 25">
            <a:extLst>
              <a:ext uri="{FF2B5EF4-FFF2-40B4-BE49-F238E27FC236}">
                <a16:creationId xmlns:a16="http://schemas.microsoft.com/office/drawing/2014/main" id="{527CE667-B56D-3423-6782-1489F94BAF0C}"/>
              </a:ext>
            </a:extLst>
          </p:cNvPr>
          <p:cNvSpPr/>
          <p:nvPr/>
        </p:nvSpPr>
        <p:spPr>
          <a:xfrm>
            <a:off x="10533695" y="2050251"/>
            <a:ext cx="724855" cy="1580738"/>
          </a:xfrm>
          <a:custGeom>
            <a:avLst/>
            <a:gdLst>
              <a:gd name="connsiteX0" fmla="*/ 732589 w 773223"/>
              <a:gd name="connsiteY0" fmla="*/ 1686218 h 1686217"/>
              <a:gd name="connsiteX1" fmla="*/ 239775 w 773223"/>
              <a:gd name="connsiteY1" fmla="*/ 1686218 h 1686217"/>
              <a:gd name="connsiteX2" fmla="*/ 652557 w 773223"/>
              <a:gd name="connsiteY2" fmla="*/ 1224663 h 1686217"/>
              <a:gd name="connsiteX3" fmla="*/ 685007 w 773223"/>
              <a:gd name="connsiteY3" fmla="*/ 1170740 h 1686217"/>
              <a:gd name="connsiteX4" fmla="*/ 0 w 773223"/>
              <a:gd name="connsiteY4" fmla="*/ 59139 h 1686217"/>
              <a:gd name="connsiteX5" fmla="*/ 48901 w 773223"/>
              <a:gd name="connsiteY5" fmla="*/ 8918 h 1686217"/>
              <a:gd name="connsiteX6" fmla="*/ 91944 w 773223"/>
              <a:gd name="connsiteY6" fmla="*/ 9046 h 1686217"/>
              <a:gd name="connsiteX7" fmla="*/ 726666 w 773223"/>
              <a:gd name="connsiteY7" fmla="*/ 1211464 h 1686217"/>
              <a:gd name="connsiteX8" fmla="*/ 773217 w 773223"/>
              <a:gd name="connsiteY8" fmla="*/ 1644785 h 1686217"/>
              <a:gd name="connsiteX9" fmla="*/ 732621 w 773223"/>
              <a:gd name="connsiteY9" fmla="*/ 1686218 h 1686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3223" h="1686217">
                <a:moveTo>
                  <a:pt x="732589" y="1686218"/>
                </a:moveTo>
                <a:lnTo>
                  <a:pt x="239775" y="1686218"/>
                </a:lnTo>
                <a:cubicBezTo>
                  <a:pt x="239775" y="1464503"/>
                  <a:pt x="447679" y="1278168"/>
                  <a:pt x="652557" y="1224663"/>
                </a:cubicBezTo>
                <a:cubicBezTo>
                  <a:pt x="676090" y="1218514"/>
                  <a:pt x="690384" y="1194434"/>
                  <a:pt x="685007" y="1170740"/>
                </a:cubicBezTo>
                <a:cubicBezTo>
                  <a:pt x="583792" y="725217"/>
                  <a:pt x="310085" y="375373"/>
                  <a:pt x="0" y="59139"/>
                </a:cubicBezTo>
                <a:lnTo>
                  <a:pt x="48901" y="8918"/>
                </a:lnTo>
                <a:cubicBezTo>
                  <a:pt x="60813" y="-2994"/>
                  <a:pt x="80193" y="-2994"/>
                  <a:pt x="91944" y="9046"/>
                </a:cubicBezTo>
                <a:cubicBezTo>
                  <a:pt x="408757" y="334037"/>
                  <a:pt x="634110" y="748557"/>
                  <a:pt x="726666" y="1211464"/>
                </a:cubicBezTo>
                <a:cubicBezTo>
                  <a:pt x="754835" y="1351826"/>
                  <a:pt x="770706" y="1496664"/>
                  <a:pt x="773217" y="1644785"/>
                </a:cubicBezTo>
                <a:cubicBezTo>
                  <a:pt x="773603" y="1667513"/>
                  <a:pt x="755350" y="1686218"/>
                  <a:pt x="732621" y="1686218"/>
                </a:cubicBezTo>
                <a:close/>
              </a:path>
            </a:pathLst>
          </a:custGeom>
          <a:solidFill>
            <a:srgbClr val="2D287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tr-TR"/>
          </a:p>
        </p:txBody>
      </p:sp>
      <p:sp>
        <p:nvSpPr>
          <p:cNvPr id="27" name="Serbest Form: Şekil 26">
            <a:extLst>
              <a:ext uri="{FF2B5EF4-FFF2-40B4-BE49-F238E27FC236}">
                <a16:creationId xmlns:a16="http://schemas.microsoft.com/office/drawing/2014/main" id="{C72A3839-FEF7-F22D-2E47-328200794B13}"/>
              </a:ext>
            </a:extLst>
          </p:cNvPr>
          <p:cNvSpPr/>
          <p:nvPr/>
        </p:nvSpPr>
        <p:spPr>
          <a:xfrm>
            <a:off x="8940824" y="1311486"/>
            <a:ext cx="1576213" cy="1013759"/>
          </a:xfrm>
          <a:custGeom>
            <a:avLst/>
            <a:gdLst>
              <a:gd name="connsiteX0" fmla="*/ 1669509 w 1681390"/>
              <a:gd name="connsiteY0" fmla="*/ 732946 h 1081405"/>
              <a:gd name="connsiteX1" fmla="*/ 1321050 w 1681390"/>
              <a:gd name="connsiteY1" fmla="*/ 1081405 h 1081405"/>
              <a:gd name="connsiteX2" fmla="*/ 1286539 w 1681390"/>
              <a:gd name="connsiteY2" fmla="*/ 463166 h 1081405"/>
              <a:gd name="connsiteX3" fmla="*/ 1271343 w 1681390"/>
              <a:gd name="connsiteY3" fmla="*/ 402096 h 1081405"/>
              <a:gd name="connsiteX4" fmla="*/ 934 w 1681390"/>
              <a:gd name="connsiteY4" fmla="*/ 100477 h 1081405"/>
              <a:gd name="connsiteX5" fmla="*/ 0 w 1681390"/>
              <a:gd name="connsiteY5" fmla="*/ 30360 h 1081405"/>
              <a:gd name="connsiteX6" fmla="*/ 30551 w 1681390"/>
              <a:gd name="connsiteY6" fmla="*/ 2 h 1081405"/>
              <a:gd name="connsiteX7" fmla="*/ 1329613 w 1681390"/>
              <a:gd name="connsiteY7" fmla="*/ 401420 h 1081405"/>
              <a:gd name="connsiteX8" fmla="*/ 1668930 w 1681390"/>
              <a:gd name="connsiteY8" fmla="*/ 674933 h 1081405"/>
              <a:gd name="connsiteX9" fmla="*/ 1669509 w 1681390"/>
              <a:gd name="connsiteY9" fmla="*/ 732946 h 1081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81390" h="1081405">
                <a:moveTo>
                  <a:pt x="1669509" y="732946"/>
                </a:moveTo>
                <a:lnTo>
                  <a:pt x="1321050" y="1081405"/>
                </a:lnTo>
                <a:cubicBezTo>
                  <a:pt x="1164269" y="924624"/>
                  <a:pt x="1179528" y="645895"/>
                  <a:pt x="1286539" y="463166"/>
                </a:cubicBezTo>
                <a:cubicBezTo>
                  <a:pt x="1298836" y="442176"/>
                  <a:pt x="1291915" y="415037"/>
                  <a:pt x="1271343" y="402096"/>
                </a:cubicBezTo>
                <a:cubicBezTo>
                  <a:pt x="884734" y="158618"/>
                  <a:pt x="443816" y="104791"/>
                  <a:pt x="934" y="100477"/>
                </a:cubicBezTo>
                <a:lnTo>
                  <a:pt x="0" y="30360"/>
                </a:lnTo>
                <a:cubicBezTo>
                  <a:pt x="0" y="13523"/>
                  <a:pt x="13714" y="-191"/>
                  <a:pt x="30551" y="2"/>
                </a:cubicBezTo>
                <a:cubicBezTo>
                  <a:pt x="484380" y="5797"/>
                  <a:pt x="936856" y="139560"/>
                  <a:pt x="1329613" y="401420"/>
                </a:cubicBezTo>
                <a:cubicBezTo>
                  <a:pt x="1448793" y="480744"/>
                  <a:pt x="1562434" y="571947"/>
                  <a:pt x="1668930" y="674933"/>
                </a:cubicBezTo>
                <a:cubicBezTo>
                  <a:pt x="1685284" y="690740"/>
                  <a:pt x="1685606" y="716881"/>
                  <a:pt x="1669509" y="732946"/>
                </a:cubicBezTo>
                <a:close/>
              </a:path>
            </a:pathLst>
          </a:custGeom>
          <a:solidFill>
            <a:srgbClr val="0070C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tr-TR"/>
          </a:p>
        </p:txBody>
      </p:sp>
      <p:grpSp>
        <p:nvGrpSpPr>
          <p:cNvPr id="28" name="Grafik 4">
            <a:extLst>
              <a:ext uri="{FF2B5EF4-FFF2-40B4-BE49-F238E27FC236}">
                <a16:creationId xmlns:a16="http://schemas.microsoft.com/office/drawing/2014/main" id="{D06DAA62-6948-3E9B-8E77-0B6C0480AFF3}"/>
              </a:ext>
            </a:extLst>
          </p:cNvPr>
          <p:cNvGrpSpPr/>
          <p:nvPr/>
        </p:nvGrpSpPr>
        <p:grpSpPr>
          <a:xfrm>
            <a:off x="6549854" y="1334483"/>
            <a:ext cx="4685637" cy="4685691"/>
            <a:chOff x="4130382" y="1258159"/>
            <a:chExt cx="4998300" cy="4998357"/>
          </a:xfrm>
          <a:solidFill>
            <a:srgbClr val="FFFFFF"/>
          </a:solidFill>
        </p:grpSpPr>
        <p:sp>
          <p:nvSpPr>
            <p:cNvPr id="38" name="Serbest Form: Şekil 37">
              <a:extLst>
                <a:ext uri="{FF2B5EF4-FFF2-40B4-BE49-F238E27FC236}">
                  <a16:creationId xmlns:a16="http://schemas.microsoft.com/office/drawing/2014/main" id="{D8C509B3-6AE2-720E-D77A-4EB434A7DABB}"/>
                </a:ext>
              </a:extLst>
            </p:cNvPr>
            <p:cNvSpPr/>
            <p:nvPr/>
          </p:nvSpPr>
          <p:spPr>
            <a:xfrm>
              <a:off x="4923539" y="1323034"/>
              <a:ext cx="1656560" cy="1530533"/>
            </a:xfrm>
            <a:custGeom>
              <a:avLst/>
              <a:gdLst>
                <a:gd name="connsiteX0" fmla="*/ 1656561 w 1656560"/>
                <a:gd name="connsiteY0" fmla="*/ 444005 h 1530533"/>
                <a:gd name="connsiteX1" fmla="*/ 1656561 w 1656560"/>
                <a:gd name="connsiteY1" fmla="*/ 1178333 h 1530533"/>
                <a:gd name="connsiteX2" fmla="*/ 1592754 w 1656560"/>
                <a:gd name="connsiteY2" fmla="*/ 1248192 h 1530533"/>
                <a:gd name="connsiteX3" fmla="*/ 949050 w 1656560"/>
                <a:gd name="connsiteY3" fmla="*/ 1514302 h 1530533"/>
                <a:gd name="connsiteX4" fmla="*/ 854466 w 1656560"/>
                <a:gd name="connsiteY4" fmla="*/ 1510052 h 1530533"/>
                <a:gd name="connsiteX5" fmla="*/ 17667 w 1656560"/>
                <a:gd name="connsiteY5" fmla="*/ 673350 h 1530533"/>
                <a:gd name="connsiteX6" fmla="*/ 12098 w 1656560"/>
                <a:gd name="connsiteY6" fmla="*/ 666944 h 1530533"/>
                <a:gd name="connsiteX7" fmla="*/ 18955 w 1656560"/>
                <a:gd name="connsiteY7" fmla="*/ 587040 h 1530533"/>
                <a:gd name="connsiteX8" fmla="*/ 1127883 w 1656560"/>
                <a:gd name="connsiteY8" fmla="*/ 1477 h 1530533"/>
                <a:gd name="connsiteX9" fmla="*/ 1134161 w 1656560"/>
                <a:gd name="connsiteY9" fmla="*/ 350 h 1530533"/>
                <a:gd name="connsiteX10" fmla="*/ 1134354 w 1656560"/>
                <a:gd name="connsiteY10" fmla="*/ 350 h 1530533"/>
                <a:gd name="connsiteX11" fmla="*/ 1198515 w 1656560"/>
                <a:gd name="connsiteY11" fmla="*/ 44036 h 1530533"/>
                <a:gd name="connsiteX12" fmla="*/ 1198580 w 1656560"/>
                <a:gd name="connsiteY12" fmla="*/ 44165 h 1530533"/>
                <a:gd name="connsiteX13" fmla="*/ 1201123 w 1656560"/>
                <a:gd name="connsiteY13" fmla="*/ 52664 h 1530533"/>
                <a:gd name="connsiteX14" fmla="*/ 1602798 w 1656560"/>
                <a:gd name="connsiteY14" fmla="*/ 384287 h 1530533"/>
                <a:gd name="connsiteX15" fmla="*/ 1656561 w 1656560"/>
                <a:gd name="connsiteY15" fmla="*/ 444005 h 1530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6560" h="1530533">
                  <a:moveTo>
                    <a:pt x="1656561" y="444005"/>
                  </a:moveTo>
                  <a:lnTo>
                    <a:pt x="1656561" y="1178333"/>
                  </a:lnTo>
                  <a:cubicBezTo>
                    <a:pt x="1656561" y="1214615"/>
                    <a:pt x="1628874" y="1244780"/>
                    <a:pt x="1592754" y="1248192"/>
                  </a:cubicBezTo>
                  <a:cubicBezTo>
                    <a:pt x="1349469" y="1271146"/>
                    <a:pt x="1127465" y="1367243"/>
                    <a:pt x="949050" y="1514302"/>
                  </a:cubicBezTo>
                  <a:cubicBezTo>
                    <a:pt x="921010" y="1537384"/>
                    <a:pt x="880156" y="1535743"/>
                    <a:pt x="854466" y="1510052"/>
                  </a:cubicBezTo>
                  <a:lnTo>
                    <a:pt x="17667" y="673350"/>
                  </a:lnTo>
                  <a:cubicBezTo>
                    <a:pt x="15639" y="671322"/>
                    <a:pt x="13804" y="669165"/>
                    <a:pt x="12098" y="666944"/>
                  </a:cubicBezTo>
                  <a:cubicBezTo>
                    <a:pt x="-6091" y="642799"/>
                    <a:pt x="-3741" y="608223"/>
                    <a:pt x="18955" y="587040"/>
                  </a:cubicBezTo>
                  <a:cubicBezTo>
                    <a:pt x="324823" y="302162"/>
                    <a:pt x="705186" y="96190"/>
                    <a:pt x="1127883" y="1477"/>
                  </a:cubicBezTo>
                  <a:cubicBezTo>
                    <a:pt x="1129976" y="1026"/>
                    <a:pt x="1132069" y="640"/>
                    <a:pt x="1134161" y="350"/>
                  </a:cubicBezTo>
                  <a:cubicBezTo>
                    <a:pt x="1134225" y="415"/>
                    <a:pt x="1134290" y="350"/>
                    <a:pt x="1134354" y="350"/>
                  </a:cubicBezTo>
                  <a:cubicBezTo>
                    <a:pt x="1163135" y="-2805"/>
                    <a:pt x="1190145" y="15642"/>
                    <a:pt x="1198515" y="44036"/>
                  </a:cubicBezTo>
                  <a:cubicBezTo>
                    <a:pt x="1198515" y="44036"/>
                    <a:pt x="1198538" y="44079"/>
                    <a:pt x="1198580" y="44165"/>
                  </a:cubicBezTo>
                  <a:cubicBezTo>
                    <a:pt x="1199417" y="46966"/>
                    <a:pt x="1200286" y="49863"/>
                    <a:pt x="1201123" y="52664"/>
                  </a:cubicBezTo>
                  <a:cubicBezTo>
                    <a:pt x="1256528" y="230081"/>
                    <a:pt x="1412729" y="362975"/>
                    <a:pt x="1602798" y="384287"/>
                  </a:cubicBezTo>
                  <a:cubicBezTo>
                    <a:pt x="1633349" y="387764"/>
                    <a:pt x="1656561" y="413261"/>
                    <a:pt x="1656561" y="444005"/>
                  </a:cubicBez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tr-TR"/>
            </a:p>
          </p:txBody>
        </p:sp>
        <p:sp>
          <p:nvSpPr>
            <p:cNvPr id="39" name="Serbest Form: Şekil 38">
              <a:extLst>
                <a:ext uri="{FF2B5EF4-FFF2-40B4-BE49-F238E27FC236}">
                  <a16:creationId xmlns:a16="http://schemas.microsoft.com/office/drawing/2014/main" id="{4844BEB8-5634-7373-CAE7-8E6EA7735B5F}"/>
                </a:ext>
              </a:extLst>
            </p:cNvPr>
            <p:cNvSpPr/>
            <p:nvPr/>
          </p:nvSpPr>
          <p:spPr>
            <a:xfrm>
              <a:off x="4130382" y="2367462"/>
              <a:ext cx="1596669" cy="1338511"/>
            </a:xfrm>
            <a:custGeom>
              <a:avLst/>
              <a:gdLst>
                <a:gd name="connsiteX0" fmla="*/ 1580339 w 1596669"/>
                <a:gd name="connsiteY0" fmla="*/ 631451 h 1338511"/>
                <a:gd name="connsiteX1" fmla="*/ 1313264 w 1596669"/>
                <a:gd name="connsiteY1" fmla="*/ 1274801 h 1338511"/>
                <a:gd name="connsiteX2" fmla="*/ 1243437 w 1596669"/>
                <a:gd name="connsiteY2" fmla="*/ 1338511 h 1338511"/>
                <a:gd name="connsiteX3" fmla="*/ 60142 w 1596669"/>
                <a:gd name="connsiteY3" fmla="*/ 1338511 h 1338511"/>
                <a:gd name="connsiteX4" fmla="*/ 51901 w 1596669"/>
                <a:gd name="connsiteY4" fmla="*/ 1337932 h 1338511"/>
                <a:gd name="connsiteX5" fmla="*/ 38 w 1596669"/>
                <a:gd name="connsiteY5" fmla="*/ 1276604 h 1338511"/>
                <a:gd name="connsiteX6" fmla="*/ 370099 w 1596669"/>
                <a:gd name="connsiteY6" fmla="*/ 78403 h 1338511"/>
                <a:gd name="connsiteX7" fmla="*/ 373640 w 1596669"/>
                <a:gd name="connsiteY7" fmla="*/ 73510 h 1338511"/>
                <a:gd name="connsiteX8" fmla="*/ 450292 w 1596669"/>
                <a:gd name="connsiteY8" fmla="*/ 58669 h 1338511"/>
                <a:gd name="connsiteX9" fmla="*/ 451355 w 1596669"/>
                <a:gd name="connsiteY9" fmla="*/ 59184 h 1338511"/>
                <a:gd name="connsiteX10" fmla="*/ 976684 w 1596669"/>
                <a:gd name="connsiteY10" fmla="*/ 13277 h 1338511"/>
                <a:gd name="connsiteX11" fmla="*/ 1056845 w 1596669"/>
                <a:gd name="connsiteY11" fmla="*/ 17526 h 1338511"/>
                <a:gd name="connsiteX12" fmla="*/ 1576186 w 1596669"/>
                <a:gd name="connsiteY12" fmla="*/ 536803 h 1338511"/>
                <a:gd name="connsiteX13" fmla="*/ 1580372 w 1596669"/>
                <a:gd name="connsiteY13" fmla="*/ 631483 h 1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96669" h="1338511">
                  <a:moveTo>
                    <a:pt x="1580339" y="631451"/>
                  </a:moveTo>
                  <a:cubicBezTo>
                    <a:pt x="1432991" y="809705"/>
                    <a:pt x="1336540" y="1031549"/>
                    <a:pt x="1313264" y="1274801"/>
                  </a:cubicBezTo>
                  <a:cubicBezTo>
                    <a:pt x="1309820" y="1310890"/>
                    <a:pt x="1279687" y="1338511"/>
                    <a:pt x="1243437" y="1338511"/>
                  </a:cubicBezTo>
                  <a:lnTo>
                    <a:pt x="60142" y="1338511"/>
                  </a:lnTo>
                  <a:cubicBezTo>
                    <a:pt x="57342" y="1338511"/>
                    <a:pt x="54573" y="1338318"/>
                    <a:pt x="51901" y="1337932"/>
                  </a:cubicBezTo>
                  <a:cubicBezTo>
                    <a:pt x="21897" y="1333876"/>
                    <a:pt x="-1057" y="1307638"/>
                    <a:pt x="38" y="1276604"/>
                  </a:cubicBezTo>
                  <a:cubicBezTo>
                    <a:pt x="14879" y="858864"/>
                    <a:pt x="138147" y="444247"/>
                    <a:pt x="370099" y="78403"/>
                  </a:cubicBezTo>
                  <a:cubicBezTo>
                    <a:pt x="371226" y="76697"/>
                    <a:pt x="372385" y="75055"/>
                    <a:pt x="373640" y="73510"/>
                  </a:cubicBezTo>
                  <a:cubicBezTo>
                    <a:pt x="391636" y="50556"/>
                    <a:pt x="424119" y="44279"/>
                    <a:pt x="450292" y="58669"/>
                  </a:cubicBezTo>
                  <a:cubicBezTo>
                    <a:pt x="450614" y="58862"/>
                    <a:pt x="451000" y="59055"/>
                    <a:pt x="451355" y="59184"/>
                  </a:cubicBezTo>
                  <a:cubicBezTo>
                    <a:pt x="617118" y="149551"/>
                    <a:pt x="825150" y="134259"/>
                    <a:pt x="976684" y="13277"/>
                  </a:cubicBezTo>
                  <a:cubicBezTo>
                    <a:pt x="1000700" y="-5878"/>
                    <a:pt x="1035147" y="-4172"/>
                    <a:pt x="1056845" y="17526"/>
                  </a:cubicBezTo>
                  <a:lnTo>
                    <a:pt x="1576186" y="536803"/>
                  </a:lnTo>
                  <a:cubicBezTo>
                    <a:pt x="1601909" y="562525"/>
                    <a:pt x="1603519" y="603443"/>
                    <a:pt x="1580372" y="631483"/>
                  </a:cubicBez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tr-TR"/>
            </a:p>
          </p:txBody>
        </p:sp>
        <p:sp>
          <p:nvSpPr>
            <p:cNvPr id="40" name="Serbest Form: Şekil 39">
              <a:extLst>
                <a:ext uri="{FF2B5EF4-FFF2-40B4-BE49-F238E27FC236}">
                  <a16:creationId xmlns:a16="http://schemas.microsoft.com/office/drawing/2014/main" id="{0EED2A86-575D-528E-7F2E-80479CEA1CB6}"/>
                </a:ext>
              </a:extLst>
            </p:cNvPr>
            <p:cNvSpPr/>
            <p:nvPr/>
          </p:nvSpPr>
          <p:spPr>
            <a:xfrm>
              <a:off x="4195261" y="3806739"/>
              <a:ext cx="1530532" cy="1656592"/>
            </a:xfrm>
            <a:custGeom>
              <a:avLst/>
              <a:gdLst>
                <a:gd name="connsiteX0" fmla="*/ 1514301 w 1530532"/>
                <a:gd name="connsiteY0" fmla="*/ 707607 h 1656592"/>
                <a:gd name="connsiteX1" fmla="*/ 1510051 w 1530532"/>
                <a:gd name="connsiteY1" fmla="*/ 802191 h 1656592"/>
                <a:gd name="connsiteX2" fmla="*/ 673285 w 1530532"/>
                <a:gd name="connsiteY2" fmla="*/ 1638958 h 1656592"/>
                <a:gd name="connsiteX3" fmla="*/ 666878 w 1530532"/>
                <a:gd name="connsiteY3" fmla="*/ 1644527 h 1656592"/>
                <a:gd name="connsiteX4" fmla="*/ 587039 w 1530532"/>
                <a:gd name="connsiteY4" fmla="*/ 1637606 h 1656592"/>
                <a:gd name="connsiteX5" fmla="*/ 1476 w 1530532"/>
                <a:gd name="connsiteY5" fmla="*/ 528677 h 1656592"/>
                <a:gd name="connsiteX6" fmla="*/ 349 w 1530532"/>
                <a:gd name="connsiteY6" fmla="*/ 522400 h 1656592"/>
                <a:gd name="connsiteX7" fmla="*/ 349 w 1530532"/>
                <a:gd name="connsiteY7" fmla="*/ 522206 h 1656592"/>
                <a:gd name="connsiteX8" fmla="*/ 44164 w 1530532"/>
                <a:gd name="connsiteY8" fmla="*/ 458045 h 1656592"/>
                <a:gd name="connsiteX9" fmla="*/ 50442 w 1530532"/>
                <a:gd name="connsiteY9" fmla="*/ 456146 h 1656592"/>
                <a:gd name="connsiteX10" fmla="*/ 54241 w 1530532"/>
                <a:gd name="connsiteY10" fmla="*/ 454955 h 1656592"/>
                <a:gd name="connsiteX11" fmla="*/ 384286 w 1530532"/>
                <a:gd name="connsiteY11" fmla="*/ 53763 h 1656592"/>
                <a:gd name="connsiteX12" fmla="*/ 444004 w 1530532"/>
                <a:gd name="connsiteY12" fmla="*/ 0 h 1656592"/>
                <a:gd name="connsiteX13" fmla="*/ 1178332 w 1530532"/>
                <a:gd name="connsiteY13" fmla="*/ 0 h 1656592"/>
                <a:gd name="connsiteX14" fmla="*/ 1248191 w 1530532"/>
                <a:gd name="connsiteY14" fmla="*/ 63839 h 1656592"/>
                <a:gd name="connsiteX15" fmla="*/ 1514301 w 1530532"/>
                <a:gd name="connsiteY15" fmla="*/ 707607 h 165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30532" h="1656592">
                  <a:moveTo>
                    <a:pt x="1514301" y="707607"/>
                  </a:moveTo>
                  <a:cubicBezTo>
                    <a:pt x="1537383" y="735648"/>
                    <a:pt x="1535741" y="776501"/>
                    <a:pt x="1510051" y="802191"/>
                  </a:cubicBezTo>
                  <a:lnTo>
                    <a:pt x="673285" y="1638958"/>
                  </a:lnTo>
                  <a:cubicBezTo>
                    <a:pt x="671256" y="1640986"/>
                    <a:pt x="669099" y="1642821"/>
                    <a:pt x="666878" y="1644527"/>
                  </a:cubicBezTo>
                  <a:cubicBezTo>
                    <a:pt x="642798" y="1662652"/>
                    <a:pt x="608158" y="1660366"/>
                    <a:pt x="587039" y="1637606"/>
                  </a:cubicBezTo>
                  <a:cubicBezTo>
                    <a:pt x="302096" y="1331738"/>
                    <a:pt x="96189" y="951407"/>
                    <a:pt x="1476" y="528677"/>
                  </a:cubicBezTo>
                  <a:cubicBezTo>
                    <a:pt x="1025" y="526585"/>
                    <a:pt x="639" y="524492"/>
                    <a:pt x="349" y="522400"/>
                  </a:cubicBezTo>
                  <a:cubicBezTo>
                    <a:pt x="414" y="522335"/>
                    <a:pt x="349" y="522271"/>
                    <a:pt x="349" y="522206"/>
                  </a:cubicBezTo>
                  <a:cubicBezTo>
                    <a:pt x="-2806" y="493426"/>
                    <a:pt x="15705" y="466351"/>
                    <a:pt x="44164" y="458045"/>
                  </a:cubicBezTo>
                  <a:cubicBezTo>
                    <a:pt x="46257" y="457466"/>
                    <a:pt x="48349" y="456790"/>
                    <a:pt x="50442" y="456146"/>
                  </a:cubicBezTo>
                  <a:cubicBezTo>
                    <a:pt x="51697" y="455760"/>
                    <a:pt x="52985" y="455373"/>
                    <a:pt x="54241" y="454955"/>
                  </a:cubicBezTo>
                  <a:cubicBezTo>
                    <a:pt x="230885" y="399100"/>
                    <a:pt x="363038" y="243188"/>
                    <a:pt x="384286" y="53763"/>
                  </a:cubicBezTo>
                  <a:cubicBezTo>
                    <a:pt x="387698" y="23211"/>
                    <a:pt x="413260" y="0"/>
                    <a:pt x="444004" y="0"/>
                  </a:cubicBezTo>
                  <a:lnTo>
                    <a:pt x="1178332" y="0"/>
                  </a:lnTo>
                  <a:cubicBezTo>
                    <a:pt x="1214614" y="0"/>
                    <a:pt x="1244779" y="27686"/>
                    <a:pt x="1248191" y="63839"/>
                  </a:cubicBezTo>
                  <a:cubicBezTo>
                    <a:pt x="1271145" y="307156"/>
                    <a:pt x="1367242" y="529160"/>
                    <a:pt x="1514301" y="707607"/>
                  </a:cubicBez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tr-TR"/>
            </a:p>
          </p:txBody>
        </p:sp>
        <p:sp>
          <p:nvSpPr>
            <p:cNvPr id="41" name="Serbest Form: Şekil 40">
              <a:extLst>
                <a:ext uri="{FF2B5EF4-FFF2-40B4-BE49-F238E27FC236}">
                  <a16:creationId xmlns:a16="http://schemas.microsoft.com/office/drawing/2014/main" id="{A0708755-D36E-0860-EAA3-6798FE5C9228}"/>
                </a:ext>
              </a:extLst>
            </p:cNvPr>
            <p:cNvSpPr/>
            <p:nvPr/>
          </p:nvSpPr>
          <p:spPr>
            <a:xfrm>
              <a:off x="5239660" y="4659921"/>
              <a:ext cx="1338539" cy="1596596"/>
            </a:xfrm>
            <a:custGeom>
              <a:avLst/>
              <a:gdLst>
                <a:gd name="connsiteX0" fmla="*/ 1338540 w 1338539"/>
                <a:gd name="connsiteY0" fmla="*/ 1536458 h 1596596"/>
                <a:gd name="connsiteX1" fmla="*/ 1337896 w 1338539"/>
                <a:gd name="connsiteY1" fmla="*/ 1545021 h 1596596"/>
                <a:gd name="connsiteX2" fmla="*/ 1276568 w 1338539"/>
                <a:gd name="connsiteY2" fmla="*/ 1596563 h 1596596"/>
                <a:gd name="connsiteX3" fmla="*/ 78464 w 1338539"/>
                <a:gd name="connsiteY3" fmla="*/ 1226437 h 1596596"/>
                <a:gd name="connsiteX4" fmla="*/ 73829 w 1338539"/>
                <a:gd name="connsiteY4" fmla="*/ 1223089 h 1596596"/>
                <a:gd name="connsiteX5" fmla="*/ 58118 w 1338539"/>
                <a:gd name="connsiteY5" fmla="*/ 1147242 h 1596596"/>
                <a:gd name="connsiteX6" fmla="*/ 58633 w 1338539"/>
                <a:gd name="connsiteY6" fmla="*/ 1146276 h 1596596"/>
                <a:gd name="connsiteX7" fmla="*/ 13305 w 1338539"/>
                <a:gd name="connsiteY7" fmla="*/ 619981 h 1596596"/>
                <a:gd name="connsiteX8" fmla="*/ 17490 w 1338539"/>
                <a:gd name="connsiteY8" fmla="*/ 539755 h 1596596"/>
                <a:gd name="connsiteX9" fmla="*/ 536832 w 1338539"/>
                <a:gd name="connsiteY9" fmla="*/ 20478 h 1596596"/>
                <a:gd name="connsiteX10" fmla="*/ 631480 w 1338539"/>
                <a:gd name="connsiteY10" fmla="*/ 16325 h 1596596"/>
                <a:gd name="connsiteX11" fmla="*/ 1274765 w 1338539"/>
                <a:gd name="connsiteY11" fmla="*/ 283400 h 1596596"/>
                <a:gd name="connsiteX12" fmla="*/ 1338476 w 1338539"/>
                <a:gd name="connsiteY12" fmla="*/ 353227 h 1596596"/>
                <a:gd name="connsiteX13" fmla="*/ 1338540 w 1338539"/>
                <a:gd name="connsiteY13" fmla="*/ 1536522 h 159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38539" h="1596596">
                  <a:moveTo>
                    <a:pt x="1338540" y="1536458"/>
                  </a:moveTo>
                  <a:cubicBezTo>
                    <a:pt x="1338540" y="1539323"/>
                    <a:pt x="1338347" y="1542220"/>
                    <a:pt x="1337896" y="1545021"/>
                  </a:cubicBezTo>
                  <a:cubicBezTo>
                    <a:pt x="1333711" y="1574832"/>
                    <a:pt x="1307538" y="1597593"/>
                    <a:pt x="1276568" y="1596563"/>
                  </a:cubicBezTo>
                  <a:cubicBezTo>
                    <a:pt x="858893" y="1581721"/>
                    <a:pt x="444276" y="1458389"/>
                    <a:pt x="78464" y="1226437"/>
                  </a:cubicBezTo>
                  <a:cubicBezTo>
                    <a:pt x="76823" y="1225407"/>
                    <a:pt x="75245" y="1224280"/>
                    <a:pt x="73829" y="1223089"/>
                  </a:cubicBezTo>
                  <a:cubicBezTo>
                    <a:pt x="50939" y="1205350"/>
                    <a:pt x="44468" y="1173318"/>
                    <a:pt x="58118" y="1147242"/>
                  </a:cubicBezTo>
                  <a:cubicBezTo>
                    <a:pt x="58311" y="1146920"/>
                    <a:pt x="58440" y="1146598"/>
                    <a:pt x="58633" y="1146276"/>
                  </a:cubicBezTo>
                  <a:cubicBezTo>
                    <a:pt x="149611" y="980352"/>
                    <a:pt x="134481" y="771740"/>
                    <a:pt x="13305" y="619981"/>
                  </a:cubicBezTo>
                  <a:cubicBezTo>
                    <a:pt x="-5850" y="595997"/>
                    <a:pt x="-4208" y="561518"/>
                    <a:pt x="17490" y="539755"/>
                  </a:cubicBezTo>
                  <a:lnTo>
                    <a:pt x="536832" y="20478"/>
                  </a:lnTo>
                  <a:cubicBezTo>
                    <a:pt x="562554" y="-5244"/>
                    <a:pt x="603472" y="-6854"/>
                    <a:pt x="631480" y="16325"/>
                  </a:cubicBezTo>
                  <a:cubicBezTo>
                    <a:pt x="809702" y="163674"/>
                    <a:pt x="1031577" y="260124"/>
                    <a:pt x="1274765" y="283400"/>
                  </a:cubicBezTo>
                  <a:cubicBezTo>
                    <a:pt x="1310854" y="286845"/>
                    <a:pt x="1338476" y="316978"/>
                    <a:pt x="1338476" y="353227"/>
                  </a:cubicBezTo>
                  <a:lnTo>
                    <a:pt x="1338540" y="1536522"/>
                  </a:ln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tr-TR"/>
            </a:p>
          </p:txBody>
        </p:sp>
        <p:sp>
          <p:nvSpPr>
            <p:cNvPr id="42" name="Serbest Form: Şekil 41">
              <a:extLst>
                <a:ext uri="{FF2B5EF4-FFF2-40B4-BE49-F238E27FC236}">
                  <a16:creationId xmlns:a16="http://schemas.microsoft.com/office/drawing/2014/main" id="{5FE10E69-82E4-A154-C88F-141EA8C5B49F}"/>
                </a:ext>
              </a:extLst>
            </p:cNvPr>
            <p:cNvSpPr/>
            <p:nvPr/>
          </p:nvSpPr>
          <p:spPr>
            <a:xfrm>
              <a:off x="6678965" y="4661109"/>
              <a:ext cx="1656528" cy="1530533"/>
            </a:xfrm>
            <a:custGeom>
              <a:avLst/>
              <a:gdLst>
                <a:gd name="connsiteX0" fmla="*/ 1637606 w 1656528"/>
                <a:gd name="connsiteY0" fmla="*/ 943494 h 1530533"/>
                <a:gd name="connsiteX1" fmla="*/ 528677 w 1656528"/>
                <a:gd name="connsiteY1" fmla="*/ 1529056 h 1530533"/>
                <a:gd name="connsiteX2" fmla="*/ 522400 w 1656528"/>
                <a:gd name="connsiteY2" fmla="*/ 1530183 h 1530533"/>
                <a:gd name="connsiteX3" fmla="*/ 522206 w 1656528"/>
                <a:gd name="connsiteY3" fmla="*/ 1530183 h 1530533"/>
                <a:gd name="connsiteX4" fmla="*/ 458045 w 1656528"/>
                <a:gd name="connsiteY4" fmla="*/ 1486497 h 1530533"/>
                <a:gd name="connsiteX5" fmla="*/ 457981 w 1656528"/>
                <a:gd name="connsiteY5" fmla="*/ 1486368 h 1530533"/>
                <a:gd name="connsiteX6" fmla="*/ 455438 w 1656528"/>
                <a:gd name="connsiteY6" fmla="*/ 1477869 h 1530533"/>
                <a:gd name="connsiteX7" fmla="*/ 53763 w 1656528"/>
                <a:gd name="connsiteY7" fmla="*/ 1146247 h 1530533"/>
                <a:gd name="connsiteX8" fmla="*/ 0 w 1656528"/>
                <a:gd name="connsiteY8" fmla="*/ 1086528 h 1530533"/>
                <a:gd name="connsiteX9" fmla="*/ 0 w 1656528"/>
                <a:gd name="connsiteY9" fmla="*/ 352201 h 1530533"/>
                <a:gd name="connsiteX10" fmla="*/ 63807 w 1656528"/>
                <a:gd name="connsiteY10" fmla="*/ 282341 h 1530533"/>
                <a:gd name="connsiteX11" fmla="*/ 707511 w 1656528"/>
                <a:gd name="connsiteY11" fmla="*/ 16232 h 1530533"/>
                <a:gd name="connsiteX12" fmla="*/ 802095 w 1656528"/>
                <a:gd name="connsiteY12" fmla="*/ 20481 h 1530533"/>
                <a:gd name="connsiteX13" fmla="*/ 1638861 w 1656528"/>
                <a:gd name="connsiteY13" fmla="*/ 857184 h 1530533"/>
                <a:gd name="connsiteX14" fmla="*/ 1644431 w 1656528"/>
                <a:gd name="connsiteY14" fmla="*/ 863590 h 1530533"/>
                <a:gd name="connsiteX15" fmla="*/ 1637573 w 1656528"/>
                <a:gd name="connsiteY15" fmla="*/ 943494 h 1530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6528" h="1530533">
                  <a:moveTo>
                    <a:pt x="1637606" y="943494"/>
                  </a:moveTo>
                  <a:cubicBezTo>
                    <a:pt x="1331738" y="1228371"/>
                    <a:pt x="951407" y="1434344"/>
                    <a:pt x="528677" y="1529056"/>
                  </a:cubicBezTo>
                  <a:cubicBezTo>
                    <a:pt x="526585" y="1529507"/>
                    <a:pt x="524492" y="1529893"/>
                    <a:pt x="522400" y="1530183"/>
                  </a:cubicBezTo>
                  <a:cubicBezTo>
                    <a:pt x="522335" y="1530119"/>
                    <a:pt x="522271" y="1530183"/>
                    <a:pt x="522206" y="1530183"/>
                  </a:cubicBezTo>
                  <a:cubicBezTo>
                    <a:pt x="493426" y="1533338"/>
                    <a:pt x="466415" y="1514891"/>
                    <a:pt x="458045" y="1486497"/>
                  </a:cubicBezTo>
                  <a:cubicBezTo>
                    <a:pt x="458045" y="1486497"/>
                    <a:pt x="458023" y="1486465"/>
                    <a:pt x="457981" y="1486368"/>
                  </a:cubicBezTo>
                  <a:cubicBezTo>
                    <a:pt x="457144" y="1483567"/>
                    <a:pt x="456275" y="1480670"/>
                    <a:pt x="455438" y="1477869"/>
                  </a:cubicBezTo>
                  <a:cubicBezTo>
                    <a:pt x="400033" y="1300452"/>
                    <a:pt x="243832" y="1167558"/>
                    <a:pt x="53763" y="1146247"/>
                  </a:cubicBezTo>
                  <a:cubicBezTo>
                    <a:pt x="23211" y="1142770"/>
                    <a:pt x="0" y="1117273"/>
                    <a:pt x="0" y="1086528"/>
                  </a:cubicBezTo>
                  <a:lnTo>
                    <a:pt x="0" y="352201"/>
                  </a:lnTo>
                  <a:cubicBezTo>
                    <a:pt x="0" y="315919"/>
                    <a:pt x="27686" y="285754"/>
                    <a:pt x="63807" y="282341"/>
                  </a:cubicBezTo>
                  <a:cubicBezTo>
                    <a:pt x="307091" y="259387"/>
                    <a:pt x="529096" y="163290"/>
                    <a:pt x="707511" y="16232"/>
                  </a:cubicBezTo>
                  <a:cubicBezTo>
                    <a:pt x="735551" y="-6851"/>
                    <a:pt x="776404" y="-5209"/>
                    <a:pt x="802095" y="20481"/>
                  </a:cubicBezTo>
                  <a:lnTo>
                    <a:pt x="1638861" y="857184"/>
                  </a:lnTo>
                  <a:cubicBezTo>
                    <a:pt x="1640889" y="859212"/>
                    <a:pt x="1642725" y="861369"/>
                    <a:pt x="1644431" y="863590"/>
                  </a:cubicBezTo>
                  <a:cubicBezTo>
                    <a:pt x="1662620" y="887735"/>
                    <a:pt x="1660270" y="922311"/>
                    <a:pt x="1637573" y="943494"/>
                  </a:cubicBez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tr-TR"/>
            </a:p>
          </p:txBody>
        </p:sp>
        <p:sp>
          <p:nvSpPr>
            <p:cNvPr id="43" name="Serbest Form: Şekil 42">
              <a:extLst>
                <a:ext uri="{FF2B5EF4-FFF2-40B4-BE49-F238E27FC236}">
                  <a16:creationId xmlns:a16="http://schemas.microsoft.com/office/drawing/2014/main" id="{E5D524B4-231C-929B-975E-BC3560EEF596}"/>
                </a:ext>
              </a:extLst>
            </p:cNvPr>
            <p:cNvSpPr/>
            <p:nvPr/>
          </p:nvSpPr>
          <p:spPr>
            <a:xfrm>
              <a:off x="7532045" y="3808702"/>
              <a:ext cx="1596637" cy="1338543"/>
            </a:xfrm>
            <a:custGeom>
              <a:avLst/>
              <a:gdLst>
                <a:gd name="connsiteX0" fmla="*/ 1596600 w 1596637"/>
                <a:gd name="connsiteY0" fmla="*/ 61940 h 1338543"/>
                <a:gd name="connsiteX1" fmla="*/ 1226538 w 1596637"/>
                <a:gd name="connsiteY1" fmla="*/ 1260140 h 1338543"/>
                <a:gd name="connsiteX2" fmla="*/ 1222997 w 1596637"/>
                <a:gd name="connsiteY2" fmla="*/ 1265033 h 1338543"/>
                <a:gd name="connsiteX3" fmla="*/ 1146345 w 1596637"/>
                <a:gd name="connsiteY3" fmla="*/ 1279874 h 1338543"/>
                <a:gd name="connsiteX4" fmla="*/ 1145315 w 1596637"/>
                <a:gd name="connsiteY4" fmla="*/ 1279359 h 1338543"/>
                <a:gd name="connsiteX5" fmla="*/ 619985 w 1596637"/>
                <a:gd name="connsiteY5" fmla="*/ 1325267 h 1338543"/>
                <a:gd name="connsiteX6" fmla="*/ 539824 w 1596637"/>
                <a:gd name="connsiteY6" fmla="*/ 1321017 h 1338543"/>
                <a:gd name="connsiteX7" fmla="*/ 20483 w 1596637"/>
                <a:gd name="connsiteY7" fmla="*/ 801741 h 1338543"/>
                <a:gd name="connsiteX8" fmla="*/ 16298 w 1596637"/>
                <a:gd name="connsiteY8" fmla="*/ 707060 h 1338543"/>
                <a:gd name="connsiteX9" fmla="*/ 283373 w 1596637"/>
                <a:gd name="connsiteY9" fmla="*/ 63710 h 1338543"/>
                <a:gd name="connsiteX10" fmla="*/ 353200 w 1596637"/>
                <a:gd name="connsiteY10" fmla="*/ 0 h 1338543"/>
                <a:gd name="connsiteX11" fmla="*/ 1536495 w 1596637"/>
                <a:gd name="connsiteY11" fmla="*/ 0 h 1338543"/>
                <a:gd name="connsiteX12" fmla="*/ 1544736 w 1596637"/>
                <a:gd name="connsiteY12" fmla="*/ 579 h 1338543"/>
                <a:gd name="connsiteX13" fmla="*/ 1596600 w 1596637"/>
                <a:gd name="connsiteY13" fmla="*/ 61908 h 1338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96637" h="1338543">
                  <a:moveTo>
                    <a:pt x="1596600" y="61940"/>
                  </a:moveTo>
                  <a:cubicBezTo>
                    <a:pt x="1581758" y="479679"/>
                    <a:pt x="1458491" y="894296"/>
                    <a:pt x="1226538" y="1260140"/>
                  </a:cubicBezTo>
                  <a:cubicBezTo>
                    <a:pt x="1225412" y="1261846"/>
                    <a:pt x="1224253" y="1263488"/>
                    <a:pt x="1222997" y="1265033"/>
                  </a:cubicBezTo>
                  <a:cubicBezTo>
                    <a:pt x="1205001" y="1287987"/>
                    <a:pt x="1172518" y="1294265"/>
                    <a:pt x="1146345" y="1279874"/>
                  </a:cubicBezTo>
                  <a:cubicBezTo>
                    <a:pt x="1146023" y="1279681"/>
                    <a:pt x="1145637" y="1279488"/>
                    <a:pt x="1145315" y="1279359"/>
                  </a:cubicBezTo>
                  <a:cubicBezTo>
                    <a:pt x="979520" y="1188993"/>
                    <a:pt x="771519" y="1204285"/>
                    <a:pt x="619985" y="1325267"/>
                  </a:cubicBezTo>
                  <a:cubicBezTo>
                    <a:pt x="595969" y="1344422"/>
                    <a:pt x="561522" y="1342716"/>
                    <a:pt x="539824" y="1321017"/>
                  </a:cubicBezTo>
                  <a:lnTo>
                    <a:pt x="20483" y="801741"/>
                  </a:lnTo>
                  <a:cubicBezTo>
                    <a:pt x="-5239" y="776018"/>
                    <a:pt x="-6849" y="735100"/>
                    <a:pt x="16298" y="707060"/>
                  </a:cubicBezTo>
                  <a:cubicBezTo>
                    <a:pt x="163614" y="528806"/>
                    <a:pt x="260033" y="306930"/>
                    <a:pt x="283373" y="63710"/>
                  </a:cubicBezTo>
                  <a:cubicBezTo>
                    <a:pt x="286818" y="27622"/>
                    <a:pt x="316950" y="0"/>
                    <a:pt x="353200" y="0"/>
                  </a:cubicBezTo>
                  <a:lnTo>
                    <a:pt x="1536495" y="0"/>
                  </a:lnTo>
                  <a:cubicBezTo>
                    <a:pt x="1539296" y="0"/>
                    <a:pt x="1542064" y="193"/>
                    <a:pt x="1544736" y="579"/>
                  </a:cubicBezTo>
                  <a:cubicBezTo>
                    <a:pt x="1574741" y="4636"/>
                    <a:pt x="1597694" y="30873"/>
                    <a:pt x="1596600" y="61908"/>
                  </a:cubicBez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tr-TR"/>
            </a:p>
          </p:txBody>
        </p:sp>
        <p:sp>
          <p:nvSpPr>
            <p:cNvPr id="44" name="Serbest Form: Şekil 43">
              <a:extLst>
                <a:ext uri="{FF2B5EF4-FFF2-40B4-BE49-F238E27FC236}">
                  <a16:creationId xmlns:a16="http://schemas.microsoft.com/office/drawing/2014/main" id="{79BBAE2F-C251-4C71-FD4E-46EF1C503B18}"/>
                </a:ext>
              </a:extLst>
            </p:cNvPr>
            <p:cNvSpPr/>
            <p:nvPr/>
          </p:nvSpPr>
          <p:spPr>
            <a:xfrm>
              <a:off x="7533270" y="2051377"/>
              <a:ext cx="1530526" cy="1656496"/>
            </a:xfrm>
            <a:custGeom>
              <a:avLst/>
              <a:gdLst>
                <a:gd name="connsiteX0" fmla="*/ 1486368 w 1530526"/>
                <a:gd name="connsiteY0" fmla="*/ 1198515 h 1656496"/>
                <a:gd name="connsiteX1" fmla="*/ 1480091 w 1530526"/>
                <a:gd name="connsiteY1" fmla="*/ 1200415 h 1656496"/>
                <a:gd name="connsiteX2" fmla="*/ 1476292 w 1530526"/>
                <a:gd name="connsiteY2" fmla="*/ 1201606 h 1656496"/>
                <a:gd name="connsiteX3" fmla="*/ 1146247 w 1530526"/>
                <a:gd name="connsiteY3" fmla="*/ 1602798 h 1656496"/>
                <a:gd name="connsiteX4" fmla="*/ 1086528 w 1530526"/>
                <a:gd name="connsiteY4" fmla="*/ 1656496 h 1656496"/>
                <a:gd name="connsiteX5" fmla="*/ 352201 w 1530526"/>
                <a:gd name="connsiteY5" fmla="*/ 1656496 h 1656496"/>
                <a:gd name="connsiteX6" fmla="*/ 282341 w 1530526"/>
                <a:gd name="connsiteY6" fmla="*/ 1592689 h 1656496"/>
                <a:gd name="connsiteX7" fmla="*/ 16232 w 1530526"/>
                <a:gd name="connsiteY7" fmla="*/ 948985 h 1656496"/>
                <a:gd name="connsiteX8" fmla="*/ 20481 w 1530526"/>
                <a:gd name="connsiteY8" fmla="*/ 854402 h 1656496"/>
                <a:gd name="connsiteX9" fmla="*/ 857248 w 1530526"/>
                <a:gd name="connsiteY9" fmla="*/ 17635 h 1656496"/>
                <a:gd name="connsiteX10" fmla="*/ 863655 w 1530526"/>
                <a:gd name="connsiteY10" fmla="*/ 12066 h 1656496"/>
                <a:gd name="connsiteX11" fmla="*/ 943494 w 1530526"/>
                <a:gd name="connsiteY11" fmla="*/ 18987 h 1656496"/>
                <a:gd name="connsiteX12" fmla="*/ 1529056 w 1530526"/>
                <a:gd name="connsiteY12" fmla="*/ 1127916 h 1656496"/>
                <a:gd name="connsiteX13" fmla="*/ 1530183 w 1530526"/>
                <a:gd name="connsiteY13" fmla="*/ 1134193 h 1656496"/>
                <a:gd name="connsiteX14" fmla="*/ 1530183 w 1530526"/>
                <a:gd name="connsiteY14" fmla="*/ 1134386 h 1656496"/>
                <a:gd name="connsiteX15" fmla="*/ 1486368 w 1530526"/>
                <a:gd name="connsiteY15" fmla="*/ 1198548 h 1656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30526" h="1656496">
                  <a:moveTo>
                    <a:pt x="1486368" y="1198515"/>
                  </a:moveTo>
                  <a:cubicBezTo>
                    <a:pt x="1484276" y="1199095"/>
                    <a:pt x="1482183" y="1199771"/>
                    <a:pt x="1480091" y="1200415"/>
                  </a:cubicBezTo>
                  <a:cubicBezTo>
                    <a:pt x="1478835" y="1200801"/>
                    <a:pt x="1477547" y="1201187"/>
                    <a:pt x="1476292" y="1201606"/>
                  </a:cubicBezTo>
                  <a:cubicBezTo>
                    <a:pt x="1299647" y="1257461"/>
                    <a:pt x="1167494" y="1413373"/>
                    <a:pt x="1146247" y="1602798"/>
                  </a:cubicBezTo>
                  <a:cubicBezTo>
                    <a:pt x="1142834" y="1633349"/>
                    <a:pt x="1117273" y="1656496"/>
                    <a:pt x="1086528" y="1656496"/>
                  </a:cubicBezTo>
                  <a:lnTo>
                    <a:pt x="352201" y="1656496"/>
                  </a:lnTo>
                  <a:cubicBezTo>
                    <a:pt x="315919" y="1656496"/>
                    <a:pt x="285754" y="1628810"/>
                    <a:pt x="282341" y="1592689"/>
                  </a:cubicBezTo>
                  <a:cubicBezTo>
                    <a:pt x="259387" y="1349405"/>
                    <a:pt x="163290" y="1127401"/>
                    <a:pt x="16232" y="948985"/>
                  </a:cubicBezTo>
                  <a:cubicBezTo>
                    <a:pt x="-6851" y="920945"/>
                    <a:pt x="-5209" y="880092"/>
                    <a:pt x="20481" y="854402"/>
                  </a:cubicBezTo>
                  <a:lnTo>
                    <a:pt x="857248" y="17635"/>
                  </a:lnTo>
                  <a:cubicBezTo>
                    <a:pt x="859276" y="15607"/>
                    <a:pt x="861433" y="13772"/>
                    <a:pt x="863655" y="12066"/>
                  </a:cubicBezTo>
                  <a:cubicBezTo>
                    <a:pt x="887735" y="-6059"/>
                    <a:pt x="922375" y="-3773"/>
                    <a:pt x="943494" y="18987"/>
                  </a:cubicBezTo>
                  <a:cubicBezTo>
                    <a:pt x="1228436" y="324855"/>
                    <a:pt x="1434344" y="705186"/>
                    <a:pt x="1529056" y="1127916"/>
                  </a:cubicBezTo>
                  <a:cubicBezTo>
                    <a:pt x="1529507" y="1130008"/>
                    <a:pt x="1529893" y="1132101"/>
                    <a:pt x="1530183" y="1134193"/>
                  </a:cubicBezTo>
                  <a:cubicBezTo>
                    <a:pt x="1530119" y="1134258"/>
                    <a:pt x="1530183" y="1134322"/>
                    <a:pt x="1530183" y="1134386"/>
                  </a:cubicBezTo>
                  <a:cubicBezTo>
                    <a:pt x="1533306" y="1163167"/>
                    <a:pt x="1514827" y="1190242"/>
                    <a:pt x="1486368" y="1198548"/>
                  </a:cubicBez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tr-TR"/>
            </a:p>
          </p:txBody>
        </p:sp>
        <p:sp>
          <p:nvSpPr>
            <p:cNvPr id="45" name="Serbest Form: Şekil 44">
              <a:extLst>
                <a:ext uri="{FF2B5EF4-FFF2-40B4-BE49-F238E27FC236}">
                  <a16:creationId xmlns:a16="http://schemas.microsoft.com/office/drawing/2014/main" id="{DB6060FB-7F1D-DCB7-9643-65774D5E683E}"/>
                </a:ext>
              </a:extLst>
            </p:cNvPr>
            <p:cNvSpPr/>
            <p:nvPr/>
          </p:nvSpPr>
          <p:spPr>
            <a:xfrm>
              <a:off x="6680896" y="1258159"/>
              <a:ext cx="1338539" cy="1596660"/>
            </a:xfrm>
            <a:custGeom>
              <a:avLst/>
              <a:gdLst>
                <a:gd name="connsiteX0" fmla="*/ 1321050 w 1338539"/>
                <a:gd name="connsiteY0" fmla="*/ 1056906 h 1596660"/>
                <a:gd name="connsiteX1" fmla="*/ 801708 w 1338539"/>
                <a:gd name="connsiteY1" fmla="*/ 1576183 h 1596660"/>
                <a:gd name="connsiteX2" fmla="*/ 707060 w 1338539"/>
                <a:gd name="connsiteY2" fmla="*/ 1580335 h 1596660"/>
                <a:gd name="connsiteX3" fmla="*/ 63775 w 1338539"/>
                <a:gd name="connsiteY3" fmla="*/ 1313260 h 1596660"/>
                <a:gd name="connsiteX4" fmla="*/ 64 w 1338539"/>
                <a:gd name="connsiteY4" fmla="*/ 1243433 h 1596660"/>
                <a:gd name="connsiteX5" fmla="*/ 0 w 1338539"/>
                <a:gd name="connsiteY5" fmla="*/ 60138 h 1596660"/>
                <a:gd name="connsiteX6" fmla="*/ 644 w 1338539"/>
                <a:gd name="connsiteY6" fmla="*/ 51575 h 1596660"/>
                <a:gd name="connsiteX7" fmla="*/ 61972 w 1338539"/>
                <a:gd name="connsiteY7" fmla="*/ 34 h 1596660"/>
                <a:gd name="connsiteX8" fmla="*/ 1260076 w 1338539"/>
                <a:gd name="connsiteY8" fmla="*/ 370159 h 1596660"/>
                <a:gd name="connsiteX9" fmla="*/ 1264711 w 1338539"/>
                <a:gd name="connsiteY9" fmla="*/ 373507 h 1596660"/>
                <a:gd name="connsiteX10" fmla="*/ 1280422 w 1338539"/>
                <a:gd name="connsiteY10" fmla="*/ 449355 h 1596660"/>
                <a:gd name="connsiteX11" fmla="*/ 1279907 w 1338539"/>
                <a:gd name="connsiteY11" fmla="*/ 450320 h 1596660"/>
                <a:gd name="connsiteX12" fmla="*/ 1325235 w 1338539"/>
                <a:gd name="connsiteY12" fmla="*/ 976616 h 1596660"/>
                <a:gd name="connsiteX13" fmla="*/ 1321050 w 1338539"/>
                <a:gd name="connsiteY13" fmla="*/ 1056841 h 1596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38539" h="1596660">
                  <a:moveTo>
                    <a:pt x="1321050" y="1056906"/>
                  </a:moveTo>
                  <a:lnTo>
                    <a:pt x="801708" y="1576183"/>
                  </a:lnTo>
                  <a:cubicBezTo>
                    <a:pt x="775986" y="1601905"/>
                    <a:pt x="735068" y="1603515"/>
                    <a:pt x="707060" y="1580335"/>
                  </a:cubicBezTo>
                  <a:cubicBezTo>
                    <a:pt x="528838" y="1432987"/>
                    <a:pt x="306962" y="1336536"/>
                    <a:pt x="63775" y="1313260"/>
                  </a:cubicBezTo>
                  <a:cubicBezTo>
                    <a:pt x="27686" y="1309816"/>
                    <a:pt x="64" y="1279683"/>
                    <a:pt x="64" y="1243433"/>
                  </a:cubicBezTo>
                  <a:lnTo>
                    <a:pt x="0" y="60138"/>
                  </a:lnTo>
                  <a:cubicBezTo>
                    <a:pt x="0" y="57273"/>
                    <a:pt x="193" y="54376"/>
                    <a:pt x="644" y="51575"/>
                  </a:cubicBezTo>
                  <a:cubicBezTo>
                    <a:pt x="4829" y="21764"/>
                    <a:pt x="31002" y="-997"/>
                    <a:pt x="61972" y="34"/>
                  </a:cubicBezTo>
                  <a:cubicBezTo>
                    <a:pt x="479647" y="14875"/>
                    <a:pt x="894264" y="138207"/>
                    <a:pt x="1260076" y="370159"/>
                  </a:cubicBezTo>
                  <a:cubicBezTo>
                    <a:pt x="1261718" y="371189"/>
                    <a:pt x="1263295" y="372316"/>
                    <a:pt x="1264711" y="373507"/>
                  </a:cubicBezTo>
                  <a:cubicBezTo>
                    <a:pt x="1287601" y="391214"/>
                    <a:pt x="1294072" y="423278"/>
                    <a:pt x="1280422" y="449355"/>
                  </a:cubicBezTo>
                  <a:cubicBezTo>
                    <a:pt x="1280229" y="449677"/>
                    <a:pt x="1280100" y="449999"/>
                    <a:pt x="1279907" y="450320"/>
                  </a:cubicBezTo>
                  <a:cubicBezTo>
                    <a:pt x="1188928" y="616244"/>
                    <a:pt x="1204059" y="824857"/>
                    <a:pt x="1325235" y="976616"/>
                  </a:cubicBezTo>
                  <a:cubicBezTo>
                    <a:pt x="1344390" y="1000632"/>
                    <a:pt x="1342748" y="1035079"/>
                    <a:pt x="1321050" y="1056841"/>
                  </a:cubicBezTo>
                  <a:close/>
                </a:path>
              </a:pathLst>
            </a:custGeom>
            <a:solidFill>
              <a:srgbClr val="FFFFFF"/>
            </a:solidFill>
            <a:ln w="317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tr-TR"/>
            </a:p>
          </p:txBody>
        </p:sp>
      </p:grpSp>
      <p:sp>
        <p:nvSpPr>
          <p:cNvPr id="29" name="Serbest Form: Şekil 28">
            <a:extLst>
              <a:ext uri="{FF2B5EF4-FFF2-40B4-BE49-F238E27FC236}">
                <a16:creationId xmlns:a16="http://schemas.microsoft.com/office/drawing/2014/main" id="{D956452F-BD22-F85F-8713-91481A9B1EBE}"/>
              </a:ext>
            </a:extLst>
          </p:cNvPr>
          <p:cNvSpPr/>
          <p:nvPr/>
        </p:nvSpPr>
        <p:spPr>
          <a:xfrm>
            <a:off x="7905791" y="2690447"/>
            <a:ext cx="1973795" cy="1973795"/>
          </a:xfrm>
          <a:custGeom>
            <a:avLst/>
            <a:gdLst>
              <a:gd name="connsiteX0" fmla="*/ 2105502 w 2105502"/>
              <a:gd name="connsiteY0" fmla="*/ 1052751 h 2105502"/>
              <a:gd name="connsiteX1" fmla="*/ 1052751 w 2105502"/>
              <a:gd name="connsiteY1" fmla="*/ 2105502 h 2105502"/>
              <a:gd name="connsiteX2" fmla="*/ 0 w 2105502"/>
              <a:gd name="connsiteY2" fmla="*/ 1052751 h 2105502"/>
              <a:gd name="connsiteX3" fmla="*/ 1052751 w 2105502"/>
              <a:gd name="connsiteY3" fmla="*/ 0 h 2105502"/>
              <a:gd name="connsiteX4" fmla="*/ 2105502 w 2105502"/>
              <a:gd name="connsiteY4" fmla="*/ 1052751 h 2105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5502" h="2105502">
                <a:moveTo>
                  <a:pt x="2105502" y="1052751"/>
                </a:moveTo>
                <a:cubicBezTo>
                  <a:pt x="2105502" y="1634170"/>
                  <a:pt x="1634169" y="2105502"/>
                  <a:pt x="1052751" y="2105502"/>
                </a:cubicBezTo>
                <a:cubicBezTo>
                  <a:pt x="471332" y="2105502"/>
                  <a:pt x="0" y="1634169"/>
                  <a:pt x="0" y="1052751"/>
                </a:cubicBezTo>
                <a:cubicBezTo>
                  <a:pt x="0" y="471332"/>
                  <a:pt x="471332" y="0"/>
                  <a:pt x="1052751" y="0"/>
                </a:cubicBezTo>
                <a:cubicBezTo>
                  <a:pt x="1634169" y="0"/>
                  <a:pt x="2105502" y="471332"/>
                  <a:pt x="2105502" y="1052751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tr-TR"/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3D06AE3F-7832-3BF7-A073-1AE20A96A516}"/>
              </a:ext>
            </a:extLst>
          </p:cNvPr>
          <p:cNvSpPr txBox="1">
            <a:spLocks/>
          </p:cNvSpPr>
          <p:nvPr/>
        </p:nvSpPr>
        <p:spPr>
          <a:xfrm>
            <a:off x="8943476" y="1877516"/>
            <a:ext cx="1177399" cy="50516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API‘ler</a:t>
            </a:r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ile</a:t>
            </a:r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Ortaklık</a:t>
            </a:r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Ekosistemi</a:t>
            </a:r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 </a:t>
            </a:r>
          </a:p>
        </p:txBody>
      </p:sp>
      <p:sp>
        <p:nvSpPr>
          <p:cNvPr id="31" name="Title 2">
            <a:extLst>
              <a:ext uri="{FF2B5EF4-FFF2-40B4-BE49-F238E27FC236}">
                <a16:creationId xmlns:a16="http://schemas.microsoft.com/office/drawing/2014/main" id="{047ECC6F-7B5B-4FA1-289C-4DCB40174CCD}"/>
              </a:ext>
            </a:extLst>
          </p:cNvPr>
          <p:cNvSpPr txBox="1">
            <a:spLocks/>
          </p:cNvSpPr>
          <p:nvPr/>
        </p:nvSpPr>
        <p:spPr>
          <a:xfrm>
            <a:off x="9852628" y="2812644"/>
            <a:ext cx="1177399" cy="50516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r-TR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Risk ve Fırsatlar Analizi</a:t>
            </a:r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4F80B1A2-1841-88D4-88BB-05E9A4889083}"/>
              </a:ext>
            </a:extLst>
          </p:cNvPr>
          <p:cNvSpPr txBox="1">
            <a:spLocks/>
          </p:cNvSpPr>
          <p:nvPr/>
        </p:nvSpPr>
        <p:spPr>
          <a:xfrm>
            <a:off x="9852628" y="3990213"/>
            <a:ext cx="1177399" cy="50516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r-TR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Verimlilik</a:t>
            </a:r>
          </a:p>
        </p:txBody>
      </p:sp>
      <p:sp>
        <p:nvSpPr>
          <p:cNvPr id="33" name="Title 2">
            <a:extLst>
              <a:ext uri="{FF2B5EF4-FFF2-40B4-BE49-F238E27FC236}">
                <a16:creationId xmlns:a16="http://schemas.microsoft.com/office/drawing/2014/main" id="{F7225C8A-61E9-40CA-F2F1-36D5A86258E5}"/>
              </a:ext>
            </a:extLst>
          </p:cNvPr>
          <p:cNvSpPr txBox="1">
            <a:spLocks/>
          </p:cNvSpPr>
          <p:nvPr/>
        </p:nvSpPr>
        <p:spPr>
          <a:xfrm>
            <a:off x="8972926" y="4970167"/>
            <a:ext cx="1177399" cy="50516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r-TR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Sıfır NPL Hedefi </a:t>
            </a:r>
          </a:p>
        </p:txBody>
      </p:sp>
      <p:sp>
        <p:nvSpPr>
          <p:cNvPr id="34" name="Title 2">
            <a:extLst>
              <a:ext uri="{FF2B5EF4-FFF2-40B4-BE49-F238E27FC236}">
                <a16:creationId xmlns:a16="http://schemas.microsoft.com/office/drawing/2014/main" id="{71D25F01-DA71-BB84-80B2-187CDC7A2A63}"/>
              </a:ext>
            </a:extLst>
          </p:cNvPr>
          <p:cNvSpPr txBox="1">
            <a:spLocks/>
          </p:cNvSpPr>
          <p:nvPr/>
        </p:nvSpPr>
        <p:spPr>
          <a:xfrm>
            <a:off x="7739086" y="5045505"/>
            <a:ext cx="1177399" cy="50516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Zaman </a:t>
            </a:r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Yönetimi</a:t>
            </a:r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 </a:t>
            </a:r>
          </a:p>
        </p:txBody>
      </p:sp>
      <p:sp>
        <p:nvSpPr>
          <p:cNvPr id="35" name="Title 2">
            <a:extLst>
              <a:ext uri="{FF2B5EF4-FFF2-40B4-BE49-F238E27FC236}">
                <a16:creationId xmlns:a16="http://schemas.microsoft.com/office/drawing/2014/main" id="{6EE2B226-95FD-6CA4-3E03-200D67F5E6C1}"/>
              </a:ext>
            </a:extLst>
          </p:cNvPr>
          <p:cNvSpPr txBox="1">
            <a:spLocks/>
          </p:cNvSpPr>
          <p:nvPr/>
        </p:nvSpPr>
        <p:spPr>
          <a:xfrm>
            <a:off x="6709559" y="4094749"/>
            <a:ext cx="1177399" cy="50516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Farklılaşan</a:t>
            </a:r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Müşteri</a:t>
            </a:r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Deneyimi</a:t>
            </a:r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 </a:t>
            </a:r>
          </a:p>
        </p:txBody>
      </p:sp>
      <p:sp>
        <p:nvSpPr>
          <p:cNvPr id="36" name="Title 2">
            <a:extLst>
              <a:ext uri="{FF2B5EF4-FFF2-40B4-BE49-F238E27FC236}">
                <a16:creationId xmlns:a16="http://schemas.microsoft.com/office/drawing/2014/main" id="{E9972954-61D1-5014-9E88-87EF0449867D}"/>
              </a:ext>
            </a:extLst>
          </p:cNvPr>
          <p:cNvSpPr txBox="1">
            <a:spLocks/>
          </p:cNvSpPr>
          <p:nvPr/>
        </p:nvSpPr>
        <p:spPr>
          <a:xfrm>
            <a:off x="7618712" y="1877516"/>
            <a:ext cx="1177399" cy="50516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Sürdürebilir</a:t>
            </a:r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Finans</a:t>
            </a:r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Çerçevesi</a:t>
            </a:r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Oluşturma</a:t>
            </a:r>
            <a:endParaRPr lang="en-US" sz="1200" dirty="0">
              <a:solidFill>
                <a:srgbClr val="002060"/>
              </a:solidFill>
              <a:latin typeface="Gotham" panose="02000504050000020004" pitchFamily="2" charset="0"/>
              <a:cs typeface="Gotham Book" pitchFamily="50" charset="0"/>
            </a:endParaRPr>
          </a:p>
        </p:txBody>
      </p:sp>
      <p:sp>
        <p:nvSpPr>
          <p:cNvPr id="37" name="Title 2">
            <a:extLst>
              <a:ext uri="{FF2B5EF4-FFF2-40B4-BE49-F238E27FC236}">
                <a16:creationId xmlns:a16="http://schemas.microsoft.com/office/drawing/2014/main" id="{754C184F-C4F0-FED7-C9DC-E2D18AE3BA5A}"/>
              </a:ext>
            </a:extLst>
          </p:cNvPr>
          <p:cNvSpPr txBox="1">
            <a:spLocks/>
          </p:cNvSpPr>
          <p:nvPr/>
        </p:nvSpPr>
        <p:spPr>
          <a:xfrm>
            <a:off x="6690611" y="2812644"/>
            <a:ext cx="1177399" cy="50516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Veri </a:t>
            </a:r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Toplama</a:t>
            </a:r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, </a:t>
            </a:r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Denetleme</a:t>
            </a:r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Sürecini</a:t>
            </a:r>
            <a:r>
              <a:rPr lang="en-US" sz="1200" dirty="0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Gotham" panose="02000504050000020004" pitchFamily="2" charset="0"/>
                <a:cs typeface="Gotham Book" pitchFamily="50" charset="0"/>
              </a:rPr>
              <a:t>İyileştirmek</a:t>
            </a:r>
            <a:endParaRPr lang="en-US" sz="1200" dirty="0">
              <a:solidFill>
                <a:srgbClr val="002060"/>
              </a:solidFill>
              <a:latin typeface="Gotham" panose="02000504050000020004" pitchFamily="2" charset="0"/>
              <a:cs typeface="Gotham Book" pitchFamily="50" charset="0"/>
            </a:endParaRPr>
          </a:p>
        </p:txBody>
      </p:sp>
      <p:sp>
        <p:nvSpPr>
          <p:cNvPr id="47" name="Metin kutusu 46">
            <a:extLst>
              <a:ext uri="{FF2B5EF4-FFF2-40B4-BE49-F238E27FC236}">
                <a16:creationId xmlns:a16="http://schemas.microsoft.com/office/drawing/2014/main" id="{1EBC68EC-98D1-43FF-51A3-3B1FDCBE25FA}"/>
              </a:ext>
            </a:extLst>
          </p:cNvPr>
          <p:cNvSpPr txBox="1"/>
          <p:nvPr/>
        </p:nvSpPr>
        <p:spPr>
          <a:xfrm>
            <a:off x="7429875" y="3392761"/>
            <a:ext cx="2948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>
                <a:solidFill>
                  <a:srgbClr val="2D287E"/>
                </a:solidFill>
                <a:latin typeface="Poppins" panose="00000800000000000000" pitchFamily="2" charset="-94"/>
                <a:cs typeface="Poppins" panose="00000800000000000000" pitchFamily="2" charset="-94"/>
              </a:rPr>
              <a:t>Stratejimiz</a:t>
            </a:r>
          </a:p>
        </p:txBody>
      </p:sp>
    </p:spTree>
    <p:extLst>
      <p:ext uri="{BB962C8B-B14F-4D97-AF65-F5344CB8AC3E}">
        <p14:creationId xmlns:p14="http://schemas.microsoft.com/office/powerpoint/2010/main" val="2351636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"/>
          <p:cNvSpPr txBox="1"/>
          <p:nvPr/>
        </p:nvSpPr>
        <p:spPr>
          <a:xfrm>
            <a:off x="609434" y="284634"/>
            <a:ext cx="397582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2060"/>
                </a:solidFill>
                <a:latin typeface="Sora"/>
                <a:ea typeface="Sora"/>
                <a:cs typeface="Sora"/>
                <a:sym typeface="Sora"/>
              </a:rPr>
              <a:t>Problem</a:t>
            </a:r>
            <a:endParaRPr/>
          </a:p>
        </p:txBody>
      </p:sp>
      <p:cxnSp>
        <p:nvCxnSpPr>
          <p:cNvPr id="208" name="Google Shape;208;p3"/>
          <p:cNvCxnSpPr/>
          <p:nvPr/>
        </p:nvCxnSpPr>
        <p:spPr>
          <a:xfrm>
            <a:off x="507833" y="0"/>
            <a:ext cx="0" cy="80264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9" name="Google Shape;209;p3"/>
          <p:cNvCxnSpPr/>
          <p:nvPr/>
        </p:nvCxnSpPr>
        <p:spPr>
          <a:xfrm>
            <a:off x="507833" y="385787"/>
            <a:ext cx="0" cy="421640"/>
          </a:xfrm>
          <a:prstGeom prst="straightConnector1">
            <a:avLst/>
          </a:prstGeom>
          <a:noFill/>
          <a:ln w="38100" cap="flat" cmpd="sng">
            <a:solidFill>
              <a:srgbClr val="2A3979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10" name="Google Shape;210;p3"/>
          <p:cNvGrpSpPr/>
          <p:nvPr/>
        </p:nvGrpSpPr>
        <p:grpSpPr>
          <a:xfrm>
            <a:off x="557948" y="2169333"/>
            <a:ext cx="2091833" cy="2921560"/>
            <a:chOff x="557948" y="1968740"/>
            <a:chExt cx="2091833" cy="2921560"/>
          </a:xfrm>
        </p:grpSpPr>
        <p:sp>
          <p:nvSpPr>
            <p:cNvPr id="211" name="Google Shape;211;p3"/>
            <p:cNvSpPr/>
            <p:nvPr/>
          </p:nvSpPr>
          <p:spPr>
            <a:xfrm>
              <a:off x="557948" y="1968740"/>
              <a:ext cx="2091833" cy="2873732"/>
            </a:xfrm>
            <a:custGeom>
              <a:avLst/>
              <a:gdLst/>
              <a:ahLst/>
              <a:cxnLst/>
              <a:rect l="l" t="t" r="r" b="b"/>
              <a:pathLst>
                <a:path w="2091833" h="2873732" extrusionOk="0">
                  <a:moveTo>
                    <a:pt x="2014311" y="494632"/>
                  </a:moveTo>
                  <a:cubicBezTo>
                    <a:pt x="1963129" y="447227"/>
                    <a:pt x="1891272" y="421115"/>
                    <a:pt x="1812024" y="421115"/>
                  </a:cubicBezTo>
                  <a:lnTo>
                    <a:pt x="1574280" y="421115"/>
                  </a:lnTo>
                  <a:cubicBezTo>
                    <a:pt x="1522935" y="421115"/>
                    <a:pt x="1477613" y="386082"/>
                    <a:pt x="1466348" y="335974"/>
                  </a:cubicBezTo>
                  <a:cubicBezTo>
                    <a:pt x="1423110" y="143682"/>
                    <a:pt x="1251298" y="0"/>
                    <a:pt x="1045917" y="0"/>
                  </a:cubicBezTo>
                  <a:cubicBezTo>
                    <a:pt x="840536" y="0"/>
                    <a:pt x="668724" y="143682"/>
                    <a:pt x="625518" y="336006"/>
                  </a:cubicBezTo>
                  <a:cubicBezTo>
                    <a:pt x="614253" y="386082"/>
                    <a:pt x="568931" y="421147"/>
                    <a:pt x="517586" y="421147"/>
                  </a:cubicBezTo>
                  <a:lnTo>
                    <a:pt x="223841" y="421147"/>
                  </a:lnTo>
                  <a:cubicBezTo>
                    <a:pt x="106695" y="421147"/>
                    <a:pt x="0" y="541191"/>
                    <a:pt x="0" y="672989"/>
                  </a:cubicBezTo>
                  <a:lnTo>
                    <a:pt x="0" y="2621890"/>
                  </a:lnTo>
                  <a:cubicBezTo>
                    <a:pt x="0" y="2760981"/>
                    <a:pt x="112751" y="2873732"/>
                    <a:pt x="251842" y="2873732"/>
                  </a:cubicBezTo>
                  <a:lnTo>
                    <a:pt x="1839992" y="2873732"/>
                  </a:lnTo>
                  <a:cubicBezTo>
                    <a:pt x="1979083" y="2873732"/>
                    <a:pt x="2091834" y="2760981"/>
                    <a:pt x="2091834" y="2621890"/>
                  </a:cubicBezTo>
                  <a:lnTo>
                    <a:pt x="2091834" y="672989"/>
                  </a:lnTo>
                  <a:cubicBezTo>
                    <a:pt x="2091834" y="604290"/>
                    <a:pt x="2064289" y="540963"/>
                    <a:pt x="2014311" y="494665"/>
                  </a:cubicBezTo>
                  <a:close/>
                  <a:moveTo>
                    <a:pt x="2072299" y="2621858"/>
                  </a:moveTo>
                  <a:cubicBezTo>
                    <a:pt x="2072299" y="2750172"/>
                    <a:pt x="1968306" y="2854164"/>
                    <a:pt x="1839992" y="2854164"/>
                  </a:cubicBezTo>
                  <a:lnTo>
                    <a:pt x="251842" y="2854164"/>
                  </a:lnTo>
                  <a:cubicBezTo>
                    <a:pt x="123560" y="2854164"/>
                    <a:pt x="19535" y="2750172"/>
                    <a:pt x="19535" y="2621858"/>
                  </a:cubicBezTo>
                  <a:lnTo>
                    <a:pt x="19535" y="672989"/>
                  </a:lnTo>
                  <a:cubicBezTo>
                    <a:pt x="19535" y="540019"/>
                    <a:pt x="127402" y="440683"/>
                    <a:pt x="223841" y="440683"/>
                  </a:cubicBezTo>
                  <a:lnTo>
                    <a:pt x="517586" y="440683"/>
                  </a:lnTo>
                  <a:cubicBezTo>
                    <a:pt x="568931" y="440683"/>
                    <a:pt x="614253" y="475716"/>
                    <a:pt x="625518" y="525824"/>
                  </a:cubicBezTo>
                  <a:cubicBezTo>
                    <a:pt x="668756" y="718148"/>
                    <a:pt x="840536" y="861830"/>
                    <a:pt x="1045917" y="861830"/>
                  </a:cubicBezTo>
                  <a:cubicBezTo>
                    <a:pt x="1251298" y="861830"/>
                    <a:pt x="1423110" y="718148"/>
                    <a:pt x="1466315" y="525824"/>
                  </a:cubicBezTo>
                  <a:cubicBezTo>
                    <a:pt x="1477581" y="475748"/>
                    <a:pt x="1522902" y="440683"/>
                    <a:pt x="1574248" y="440683"/>
                  </a:cubicBezTo>
                  <a:lnTo>
                    <a:pt x="1811992" y="440683"/>
                  </a:lnTo>
                  <a:cubicBezTo>
                    <a:pt x="1962804" y="440683"/>
                    <a:pt x="2072299" y="538391"/>
                    <a:pt x="2072299" y="672989"/>
                  </a:cubicBezTo>
                  <a:lnTo>
                    <a:pt x="2072299" y="2621890"/>
                  </a:lnTo>
                  <a:close/>
                </a:path>
              </a:pathLst>
            </a:custGeom>
            <a:solidFill>
              <a:srgbClr val="1B9E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1546268" y="4775108"/>
              <a:ext cx="115192" cy="115192"/>
            </a:xfrm>
            <a:custGeom>
              <a:avLst/>
              <a:gdLst/>
              <a:ahLst/>
              <a:cxnLst/>
              <a:rect l="l" t="t" r="r" b="b"/>
              <a:pathLst>
                <a:path w="115192" h="115192" extrusionOk="0">
                  <a:moveTo>
                    <a:pt x="115193" y="57596"/>
                  </a:moveTo>
                  <a:cubicBezTo>
                    <a:pt x="115193" y="89406"/>
                    <a:pt x="89406" y="115193"/>
                    <a:pt x="57596" y="115193"/>
                  </a:cubicBezTo>
                  <a:cubicBezTo>
                    <a:pt x="25787" y="115193"/>
                    <a:pt x="0" y="89406"/>
                    <a:pt x="0" y="57596"/>
                  </a:cubicBezTo>
                  <a:cubicBezTo>
                    <a:pt x="0" y="25787"/>
                    <a:pt x="25787" y="0"/>
                    <a:pt x="57596" y="0"/>
                  </a:cubicBezTo>
                  <a:cubicBezTo>
                    <a:pt x="89406" y="0"/>
                    <a:pt x="115193" y="25787"/>
                    <a:pt x="115193" y="57596"/>
                  </a:cubicBezTo>
                  <a:close/>
                </a:path>
              </a:pathLst>
            </a:custGeom>
            <a:solidFill>
              <a:srgbClr val="1B9E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3"/>
          <p:cNvSpPr/>
          <p:nvPr/>
        </p:nvSpPr>
        <p:spPr>
          <a:xfrm>
            <a:off x="652075" y="2776065"/>
            <a:ext cx="1903546" cy="2172840"/>
          </a:xfrm>
          <a:custGeom>
            <a:avLst/>
            <a:gdLst/>
            <a:ahLst/>
            <a:cxnLst/>
            <a:rect l="l" t="t" r="r" b="b"/>
            <a:pathLst>
              <a:path w="1903546" h="2172840" extrusionOk="0">
                <a:moveTo>
                  <a:pt x="1726720" y="0"/>
                </a:moveTo>
                <a:lnTo>
                  <a:pt x="1572750" y="0"/>
                </a:lnTo>
                <a:cubicBezTo>
                  <a:pt x="1532377" y="0"/>
                  <a:pt x="1496269" y="24126"/>
                  <a:pt x="1479730" y="60950"/>
                </a:cubicBezTo>
                <a:cubicBezTo>
                  <a:pt x="1389249" y="262391"/>
                  <a:pt x="1186929" y="402686"/>
                  <a:pt x="951790" y="402686"/>
                </a:cubicBezTo>
                <a:cubicBezTo>
                  <a:pt x="716650" y="402686"/>
                  <a:pt x="514298" y="262391"/>
                  <a:pt x="423850" y="60950"/>
                </a:cubicBezTo>
                <a:cubicBezTo>
                  <a:pt x="407310" y="24126"/>
                  <a:pt x="371202" y="0"/>
                  <a:pt x="330829" y="0"/>
                </a:cubicBezTo>
                <a:lnTo>
                  <a:pt x="176859" y="0"/>
                </a:lnTo>
                <a:cubicBezTo>
                  <a:pt x="79183" y="0"/>
                  <a:pt x="0" y="79183"/>
                  <a:pt x="0" y="176859"/>
                </a:cubicBezTo>
                <a:lnTo>
                  <a:pt x="0" y="1995981"/>
                </a:lnTo>
                <a:cubicBezTo>
                  <a:pt x="0" y="2093657"/>
                  <a:pt x="79183" y="2172840"/>
                  <a:pt x="176859" y="2172840"/>
                </a:cubicBezTo>
                <a:lnTo>
                  <a:pt x="1726688" y="2172840"/>
                </a:lnTo>
                <a:cubicBezTo>
                  <a:pt x="1824364" y="2172840"/>
                  <a:pt x="1903547" y="2093657"/>
                  <a:pt x="1903547" y="1995981"/>
                </a:cubicBezTo>
                <a:lnTo>
                  <a:pt x="1903547" y="176859"/>
                </a:lnTo>
                <a:cubicBezTo>
                  <a:pt x="1903547" y="79183"/>
                  <a:pt x="1824364" y="0"/>
                  <a:pt x="17266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3"/>
          <p:cNvGrpSpPr/>
          <p:nvPr/>
        </p:nvGrpSpPr>
        <p:grpSpPr>
          <a:xfrm>
            <a:off x="2814458" y="2169333"/>
            <a:ext cx="2091833" cy="2921560"/>
            <a:chOff x="2814458" y="1968740"/>
            <a:chExt cx="2091833" cy="2921560"/>
          </a:xfrm>
        </p:grpSpPr>
        <p:sp>
          <p:nvSpPr>
            <p:cNvPr id="215" name="Google Shape;215;p3"/>
            <p:cNvSpPr/>
            <p:nvPr/>
          </p:nvSpPr>
          <p:spPr>
            <a:xfrm>
              <a:off x="2814458" y="1968740"/>
              <a:ext cx="2091833" cy="2873732"/>
            </a:xfrm>
            <a:custGeom>
              <a:avLst/>
              <a:gdLst/>
              <a:ahLst/>
              <a:cxnLst/>
              <a:rect l="l" t="t" r="r" b="b"/>
              <a:pathLst>
                <a:path w="2091833" h="2873732" extrusionOk="0">
                  <a:moveTo>
                    <a:pt x="2014311" y="494632"/>
                  </a:moveTo>
                  <a:cubicBezTo>
                    <a:pt x="1963129" y="447227"/>
                    <a:pt x="1891272" y="421115"/>
                    <a:pt x="1812024" y="421115"/>
                  </a:cubicBezTo>
                  <a:lnTo>
                    <a:pt x="1574280" y="421115"/>
                  </a:lnTo>
                  <a:cubicBezTo>
                    <a:pt x="1522935" y="421115"/>
                    <a:pt x="1477613" y="386082"/>
                    <a:pt x="1466348" y="335974"/>
                  </a:cubicBezTo>
                  <a:cubicBezTo>
                    <a:pt x="1423110" y="143682"/>
                    <a:pt x="1251298" y="0"/>
                    <a:pt x="1045917" y="0"/>
                  </a:cubicBezTo>
                  <a:cubicBezTo>
                    <a:pt x="840536" y="0"/>
                    <a:pt x="668724" y="143682"/>
                    <a:pt x="625518" y="336006"/>
                  </a:cubicBezTo>
                  <a:cubicBezTo>
                    <a:pt x="614253" y="386082"/>
                    <a:pt x="568931" y="421147"/>
                    <a:pt x="517586" y="421147"/>
                  </a:cubicBezTo>
                  <a:lnTo>
                    <a:pt x="223841" y="421147"/>
                  </a:lnTo>
                  <a:cubicBezTo>
                    <a:pt x="106695" y="421147"/>
                    <a:pt x="0" y="541191"/>
                    <a:pt x="0" y="672989"/>
                  </a:cubicBezTo>
                  <a:lnTo>
                    <a:pt x="0" y="2621890"/>
                  </a:lnTo>
                  <a:cubicBezTo>
                    <a:pt x="0" y="2760981"/>
                    <a:pt x="112751" y="2873732"/>
                    <a:pt x="251842" y="2873732"/>
                  </a:cubicBezTo>
                  <a:lnTo>
                    <a:pt x="1839992" y="2873732"/>
                  </a:lnTo>
                  <a:cubicBezTo>
                    <a:pt x="1979083" y="2873732"/>
                    <a:pt x="2091834" y="2760981"/>
                    <a:pt x="2091834" y="2621890"/>
                  </a:cubicBezTo>
                  <a:lnTo>
                    <a:pt x="2091834" y="672989"/>
                  </a:lnTo>
                  <a:cubicBezTo>
                    <a:pt x="2091834" y="604290"/>
                    <a:pt x="2064289" y="540963"/>
                    <a:pt x="2014311" y="494665"/>
                  </a:cubicBezTo>
                  <a:close/>
                  <a:moveTo>
                    <a:pt x="2072299" y="2621858"/>
                  </a:moveTo>
                  <a:cubicBezTo>
                    <a:pt x="2072299" y="2750172"/>
                    <a:pt x="1968306" y="2854164"/>
                    <a:pt x="1839992" y="2854164"/>
                  </a:cubicBezTo>
                  <a:lnTo>
                    <a:pt x="251842" y="2854164"/>
                  </a:lnTo>
                  <a:cubicBezTo>
                    <a:pt x="123560" y="2854164"/>
                    <a:pt x="19535" y="2750172"/>
                    <a:pt x="19535" y="2621858"/>
                  </a:cubicBezTo>
                  <a:lnTo>
                    <a:pt x="19535" y="672989"/>
                  </a:lnTo>
                  <a:cubicBezTo>
                    <a:pt x="19535" y="540019"/>
                    <a:pt x="127402" y="440683"/>
                    <a:pt x="223841" y="440683"/>
                  </a:cubicBezTo>
                  <a:lnTo>
                    <a:pt x="517586" y="440683"/>
                  </a:lnTo>
                  <a:cubicBezTo>
                    <a:pt x="568931" y="440683"/>
                    <a:pt x="614253" y="475716"/>
                    <a:pt x="625518" y="525824"/>
                  </a:cubicBezTo>
                  <a:cubicBezTo>
                    <a:pt x="668756" y="718148"/>
                    <a:pt x="840536" y="861830"/>
                    <a:pt x="1045917" y="861830"/>
                  </a:cubicBezTo>
                  <a:cubicBezTo>
                    <a:pt x="1251298" y="861830"/>
                    <a:pt x="1423110" y="718148"/>
                    <a:pt x="1466315" y="525824"/>
                  </a:cubicBezTo>
                  <a:cubicBezTo>
                    <a:pt x="1477581" y="475748"/>
                    <a:pt x="1522902" y="440683"/>
                    <a:pt x="1574248" y="440683"/>
                  </a:cubicBezTo>
                  <a:lnTo>
                    <a:pt x="1811992" y="440683"/>
                  </a:lnTo>
                  <a:cubicBezTo>
                    <a:pt x="1962804" y="440683"/>
                    <a:pt x="2072299" y="538391"/>
                    <a:pt x="2072299" y="672989"/>
                  </a:cubicBezTo>
                  <a:lnTo>
                    <a:pt x="2072299" y="2621890"/>
                  </a:lnTo>
                  <a:close/>
                </a:path>
              </a:pathLst>
            </a:custGeom>
            <a:solidFill>
              <a:srgbClr val="1B9E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3802778" y="4775108"/>
              <a:ext cx="115192" cy="115192"/>
            </a:xfrm>
            <a:custGeom>
              <a:avLst/>
              <a:gdLst/>
              <a:ahLst/>
              <a:cxnLst/>
              <a:rect l="l" t="t" r="r" b="b"/>
              <a:pathLst>
                <a:path w="115192" h="115192" extrusionOk="0">
                  <a:moveTo>
                    <a:pt x="115193" y="57596"/>
                  </a:moveTo>
                  <a:cubicBezTo>
                    <a:pt x="115193" y="89406"/>
                    <a:pt x="89406" y="115193"/>
                    <a:pt x="57596" y="115193"/>
                  </a:cubicBezTo>
                  <a:cubicBezTo>
                    <a:pt x="25787" y="115193"/>
                    <a:pt x="0" y="89406"/>
                    <a:pt x="0" y="57596"/>
                  </a:cubicBezTo>
                  <a:cubicBezTo>
                    <a:pt x="0" y="25787"/>
                    <a:pt x="25787" y="0"/>
                    <a:pt x="57596" y="0"/>
                  </a:cubicBezTo>
                  <a:cubicBezTo>
                    <a:pt x="89406" y="0"/>
                    <a:pt x="115193" y="25787"/>
                    <a:pt x="115193" y="57596"/>
                  </a:cubicBezTo>
                  <a:close/>
                </a:path>
              </a:pathLst>
            </a:custGeom>
            <a:solidFill>
              <a:srgbClr val="1B9E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3"/>
          <p:cNvSpPr/>
          <p:nvPr/>
        </p:nvSpPr>
        <p:spPr>
          <a:xfrm>
            <a:off x="2908585" y="2776065"/>
            <a:ext cx="1903546" cy="2172840"/>
          </a:xfrm>
          <a:custGeom>
            <a:avLst/>
            <a:gdLst/>
            <a:ahLst/>
            <a:cxnLst/>
            <a:rect l="l" t="t" r="r" b="b"/>
            <a:pathLst>
              <a:path w="1903546" h="2172840" extrusionOk="0">
                <a:moveTo>
                  <a:pt x="1726720" y="0"/>
                </a:moveTo>
                <a:lnTo>
                  <a:pt x="1572750" y="0"/>
                </a:lnTo>
                <a:cubicBezTo>
                  <a:pt x="1532377" y="0"/>
                  <a:pt x="1496269" y="24126"/>
                  <a:pt x="1479730" y="60950"/>
                </a:cubicBezTo>
                <a:cubicBezTo>
                  <a:pt x="1389249" y="262391"/>
                  <a:pt x="1186929" y="402686"/>
                  <a:pt x="951790" y="402686"/>
                </a:cubicBezTo>
                <a:cubicBezTo>
                  <a:pt x="716650" y="402686"/>
                  <a:pt x="514298" y="262391"/>
                  <a:pt x="423850" y="60950"/>
                </a:cubicBezTo>
                <a:cubicBezTo>
                  <a:pt x="407310" y="24126"/>
                  <a:pt x="371202" y="0"/>
                  <a:pt x="330829" y="0"/>
                </a:cubicBezTo>
                <a:lnTo>
                  <a:pt x="176859" y="0"/>
                </a:lnTo>
                <a:cubicBezTo>
                  <a:pt x="79183" y="0"/>
                  <a:pt x="0" y="79183"/>
                  <a:pt x="0" y="176859"/>
                </a:cubicBezTo>
                <a:lnTo>
                  <a:pt x="0" y="1995981"/>
                </a:lnTo>
                <a:cubicBezTo>
                  <a:pt x="0" y="2093657"/>
                  <a:pt x="79183" y="2172840"/>
                  <a:pt x="176859" y="2172840"/>
                </a:cubicBezTo>
                <a:lnTo>
                  <a:pt x="1726688" y="2172840"/>
                </a:lnTo>
                <a:cubicBezTo>
                  <a:pt x="1824364" y="2172840"/>
                  <a:pt x="1903547" y="2093657"/>
                  <a:pt x="1903547" y="1995981"/>
                </a:cubicBezTo>
                <a:lnTo>
                  <a:pt x="1903547" y="176859"/>
                </a:lnTo>
                <a:cubicBezTo>
                  <a:pt x="1903547" y="79183"/>
                  <a:pt x="1824364" y="0"/>
                  <a:pt x="17266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8" name="Google Shape;218;p3"/>
          <p:cNvGrpSpPr/>
          <p:nvPr/>
        </p:nvGrpSpPr>
        <p:grpSpPr>
          <a:xfrm>
            <a:off x="5070968" y="2169333"/>
            <a:ext cx="2091833" cy="2921560"/>
            <a:chOff x="5070968" y="1968740"/>
            <a:chExt cx="2091833" cy="2921560"/>
          </a:xfrm>
        </p:grpSpPr>
        <p:sp>
          <p:nvSpPr>
            <p:cNvPr id="219" name="Google Shape;219;p3"/>
            <p:cNvSpPr/>
            <p:nvPr/>
          </p:nvSpPr>
          <p:spPr>
            <a:xfrm>
              <a:off x="5070968" y="1968740"/>
              <a:ext cx="2091833" cy="2873732"/>
            </a:xfrm>
            <a:custGeom>
              <a:avLst/>
              <a:gdLst/>
              <a:ahLst/>
              <a:cxnLst/>
              <a:rect l="l" t="t" r="r" b="b"/>
              <a:pathLst>
                <a:path w="2091833" h="2873732" extrusionOk="0">
                  <a:moveTo>
                    <a:pt x="2014311" y="494632"/>
                  </a:moveTo>
                  <a:cubicBezTo>
                    <a:pt x="1963129" y="447227"/>
                    <a:pt x="1891272" y="421115"/>
                    <a:pt x="1812024" y="421115"/>
                  </a:cubicBezTo>
                  <a:lnTo>
                    <a:pt x="1574280" y="421115"/>
                  </a:lnTo>
                  <a:cubicBezTo>
                    <a:pt x="1522935" y="421115"/>
                    <a:pt x="1477613" y="386082"/>
                    <a:pt x="1466348" y="335974"/>
                  </a:cubicBezTo>
                  <a:cubicBezTo>
                    <a:pt x="1423110" y="143682"/>
                    <a:pt x="1251298" y="0"/>
                    <a:pt x="1045917" y="0"/>
                  </a:cubicBezTo>
                  <a:cubicBezTo>
                    <a:pt x="840536" y="0"/>
                    <a:pt x="668724" y="143682"/>
                    <a:pt x="625518" y="336006"/>
                  </a:cubicBezTo>
                  <a:cubicBezTo>
                    <a:pt x="614253" y="386082"/>
                    <a:pt x="568931" y="421147"/>
                    <a:pt x="517586" y="421147"/>
                  </a:cubicBezTo>
                  <a:lnTo>
                    <a:pt x="223841" y="421147"/>
                  </a:lnTo>
                  <a:cubicBezTo>
                    <a:pt x="106695" y="421147"/>
                    <a:pt x="0" y="541191"/>
                    <a:pt x="0" y="672989"/>
                  </a:cubicBezTo>
                  <a:lnTo>
                    <a:pt x="0" y="2621890"/>
                  </a:lnTo>
                  <a:cubicBezTo>
                    <a:pt x="0" y="2760981"/>
                    <a:pt x="112751" y="2873732"/>
                    <a:pt x="251842" y="2873732"/>
                  </a:cubicBezTo>
                  <a:lnTo>
                    <a:pt x="1839992" y="2873732"/>
                  </a:lnTo>
                  <a:cubicBezTo>
                    <a:pt x="1979083" y="2873732"/>
                    <a:pt x="2091834" y="2760981"/>
                    <a:pt x="2091834" y="2621890"/>
                  </a:cubicBezTo>
                  <a:lnTo>
                    <a:pt x="2091834" y="672989"/>
                  </a:lnTo>
                  <a:cubicBezTo>
                    <a:pt x="2091834" y="604290"/>
                    <a:pt x="2064289" y="540963"/>
                    <a:pt x="2014311" y="494665"/>
                  </a:cubicBezTo>
                  <a:close/>
                  <a:moveTo>
                    <a:pt x="2072299" y="2621858"/>
                  </a:moveTo>
                  <a:cubicBezTo>
                    <a:pt x="2072299" y="2750172"/>
                    <a:pt x="1968306" y="2854164"/>
                    <a:pt x="1839992" y="2854164"/>
                  </a:cubicBezTo>
                  <a:lnTo>
                    <a:pt x="251842" y="2854164"/>
                  </a:lnTo>
                  <a:cubicBezTo>
                    <a:pt x="123560" y="2854164"/>
                    <a:pt x="19535" y="2750172"/>
                    <a:pt x="19535" y="2621858"/>
                  </a:cubicBezTo>
                  <a:lnTo>
                    <a:pt x="19535" y="672989"/>
                  </a:lnTo>
                  <a:cubicBezTo>
                    <a:pt x="19535" y="540019"/>
                    <a:pt x="127402" y="440683"/>
                    <a:pt x="223841" y="440683"/>
                  </a:cubicBezTo>
                  <a:lnTo>
                    <a:pt x="517586" y="440683"/>
                  </a:lnTo>
                  <a:cubicBezTo>
                    <a:pt x="568931" y="440683"/>
                    <a:pt x="614253" y="475716"/>
                    <a:pt x="625518" y="525824"/>
                  </a:cubicBezTo>
                  <a:cubicBezTo>
                    <a:pt x="668756" y="718148"/>
                    <a:pt x="840536" y="861830"/>
                    <a:pt x="1045917" y="861830"/>
                  </a:cubicBezTo>
                  <a:cubicBezTo>
                    <a:pt x="1251298" y="861830"/>
                    <a:pt x="1423110" y="718148"/>
                    <a:pt x="1466315" y="525824"/>
                  </a:cubicBezTo>
                  <a:cubicBezTo>
                    <a:pt x="1477581" y="475748"/>
                    <a:pt x="1522902" y="440683"/>
                    <a:pt x="1574248" y="440683"/>
                  </a:cubicBezTo>
                  <a:lnTo>
                    <a:pt x="1811992" y="440683"/>
                  </a:lnTo>
                  <a:cubicBezTo>
                    <a:pt x="1962804" y="440683"/>
                    <a:pt x="2072299" y="538391"/>
                    <a:pt x="2072299" y="672989"/>
                  </a:cubicBezTo>
                  <a:lnTo>
                    <a:pt x="2072299" y="2621890"/>
                  </a:lnTo>
                  <a:close/>
                </a:path>
              </a:pathLst>
            </a:custGeom>
            <a:solidFill>
              <a:srgbClr val="1B9E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6059288" y="4775108"/>
              <a:ext cx="115192" cy="115192"/>
            </a:xfrm>
            <a:custGeom>
              <a:avLst/>
              <a:gdLst/>
              <a:ahLst/>
              <a:cxnLst/>
              <a:rect l="l" t="t" r="r" b="b"/>
              <a:pathLst>
                <a:path w="115192" h="115192" extrusionOk="0">
                  <a:moveTo>
                    <a:pt x="115193" y="57596"/>
                  </a:moveTo>
                  <a:cubicBezTo>
                    <a:pt x="115193" y="89406"/>
                    <a:pt x="89406" y="115193"/>
                    <a:pt x="57596" y="115193"/>
                  </a:cubicBezTo>
                  <a:cubicBezTo>
                    <a:pt x="25787" y="115193"/>
                    <a:pt x="0" y="89406"/>
                    <a:pt x="0" y="57596"/>
                  </a:cubicBezTo>
                  <a:cubicBezTo>
                    <a:pt x="0" y="25787"/>
                    <a:pt x="25787" y="0"/>
                    <a:pt x="57596" y="0"/>
                  </a:cubicBezTo>
                  <a:cubicBezTo>
                    <a:pt x="89406" y="0"/>
                    <a:pt x="115193" y="25787"/>
                    <a:pt x="115193" y="57596"/>
                  </a:cubicBezTo>
                  <a:close/>
                </a:path>
              </a:pathLst>
            </a:custGeom>
            <a:solidFill>
              <a:srgbClr val="1B9E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3"/>
          <p:cNvSpPr/>
          <p:nvPr/>
        </p:nvSpPr>
        <p:spPr>
          <a:xfrm>
            <a:off x="5165095" y="2776065"/>
            <a:ext cx="1903546" cy="2172840"/>
          </a:xfrm>
          <a:custGeom>
            <a:avLst/>
            <a:gdLst/>
            <a:ahLst/>
            <a:cxnLst/>
            <a:rect l="l" t="t" r="r" b="b"/>
            <a:pathLst>
              <a:path w="1903546" h="2172840" extrusionOk="0">
                <a:moveTo>
                  <a:pt x="1726720" y="0"/>
                </a:moveTo>
                <a:lnTo>
                  <a:pt x="1572750" y="0"/>
                </a:lnTo>
                <a:cubicBezTo>
                  <a:pt x="1532377" y="0"/>
                  <a:pt x="1496269" y="24126"/>
                  <a:pt x="1479730" y="60950"/>
                </a:cubicBezTo>
                <a:cubicBezTo>
                  <a:pt x="1389249" y="262391"/>
                  <a:pt x="1186929" y="402686"/>
                  <a:pt x="951790" y="402686"/>
                </a:cubicBezTo>
                <a:cubicBezTo>
                  <a:pt x="716650" y="402686"/>
                  <a:pt x="514298" y="262391"/>
                  <a:pt x="423850" y="60950"/>
                </a:cubicBezTo>
                <a:cubicBezTo>
                  <a:pt x="407310" y="24126"/>
                  <a:pt x="371202" y="0"/>
                  <a:pt x="330829" y="0"/>
                </a:cubicBezTo>
                <a:lnTo>
                  <a:pt x="176859" y="0"/>
                </a:lnTo>
                <a:cubicBezTo>
                  <a:pt x="79183" y="0"/>
                  <a:pt x="0" y="79183"/>
                  <a:pt x="0" y="176859"/>
                </a:cubicBezTo>
                <a:lnTo>
                  <a:pt x="0" y="1995981"/>
                </a:lnTo>
                <a:cubicBezTo>
                  <a:pt x="0" y="2093657"/>
                  <a:pt x="79183" y="2172840"/>
                  <a:pt x="176859" y="2172840"/>
                </a:cubicBezTo>
                <a:lnTo>
                  <a:pt x="1726688" y="2172840"/>
                </a:lnTo>
                <a:cubicBezTo>
                  <a:pt x="1824364" y="2172840"/>
                  <a:pt x="1903547" y="2093657"/>
                  <a:pt x="1903547" y="1995981"/>
                </a:cubicBezTo>
                <a:lnTo>
                  <a:pt x="1903547" y="176859"/>
                </a:lnTo>
                <a:cubicBezTo>
                  <a:pt x="1903547" y="79183"/>
                  <a:pt x="1824364" y="0"/>
                  <a:pt x="17266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2" name="Google Shape;222;p3"/>
          <p:cNvGrpSpPr/>
          <p:nvPr/>
        </p:nvGrpSpPr>
        <p:grpSpPr>
          <a:xfrm>
            <a:off x="7327477" y="2169333"/>
            <a:ext cx="2091833" cy="2921560"/>
            <a:chOff x="7327477" y="1968740"/>
            <a:chExt cx="2091833" cy="2921560"/>
          </a:xfrm>
        </p:grpSpPr>
        <p:sp>
          <p:nvSpPr>
            <p:cNvPr id="223" name="Google Shape;223;p3"/>
            <p:cNvSpPr/>
            <p:nvPr/>
          </p:nvSpPr>
          <p:spPr>
            <a:xfrm>
              <a:off x="7327477" y="1968740"/>
              <a:ext cx="2091833" cy="2873732"/>
            </a:xfrm>
            <a:custGeom>
              <a:avLst/>
              <a:gdLst/>
              <a:ahLst/>
              <a:cxnLst/>
              <a:rect l="l" t="t" r="r" b="b"/>
              <a:pathLst>
                <a:path w="2091833" h="2873732" extrusionOk="0">
                  <a:moveTo>
                    <a:pt x="2014311" y="494632"/>
                  </a:moveTo>
                  <a:cubicBezTo>
                    <a:pt x="1963129" y="447227"/>
                    <a:pt x="1891272" y="421115"/>
                    <a:pt x="1812024" y="421115"/>
                  </a:cubicBezTo>
                  <a:lnTo>
                    <a:pt x="1574280" y="421115"/>
                  </a:lnTo>
                  <a:cubicBezTo>
                    <a:pt x="1522935" y="421115"/>
                    <a:pt x="1477613" y="386082"/>
                    <a:pt x="1466348" y="335974"/>
                  </a:cubicBezTo>
                  <a:cubicBezTo>
                    <a:pt x="1423110" y="143682"/>
                    <a:pt x="1251298" y="0"/>
                    <a:pt x="1045917" y="0"/>
                  </a:cubicBezTo>
                  <a:cubicBezTo>
                    <a:pt x="840536" y="0"/>
                    <a:pt x="668724" y="143682"/>
                    <a:pt x="625518" y="336006"/>
                  </a:cubicBezTo>
                  <a:cubicBezTo>
                    <a:pt x="614253" y="386082"/>
                    <a:pt x="568931" y="421147"/>
                    <a:pt x="517586" y="421147"/>
                  </a:cubicBezTo>
                  <a:lnTo>
                    <a:pt x="223841" y="421147"/>
                  </a:lnTo>
                  <a:cubicBezTo>
                    <a:pt x="106695" y="421147"/>
                    <a:pt x="0" y="541191"/>
                    <a:pt x="0" y="672989"/>
                  </a:cubicBezTo>
                  <a:lnTo>
                    <a:pt x="0" y="2621890"/>
                  </a:lnTo>
                  <a:cubicBezTo>
                    <a:pt x="0" y="2760981"/>
                    <a:pt x="112751" y="2873732"/>
                    <a:pt x="251842" y="2873732"/>
                  </a:cubicBezTo>
                  <a:lnTo>
                    <a:pt x="1839992" y="2873732"/>
                  </a:lnTo>
                  <a:cubicBezTo>
                    <a:pt x="1979083" y="2873732"/>
                    <a:pt x="2091834" y="2760981"/>
                    <a:pt x="2091834" y="2621890"/>
                  </a:cubicBezTo>
                  <a:lnTo>
                    <a:pt x="2091834" y="672989"/>
                  </a:lnTo>
                  <a:cubicBezTo>
                    <a:pt x="2091834" y="604290"/>
                    <a:pt x="2064289" y="540963"/>
                    <a:pt x="2014311" y="494665"/>
                  </a:cubicBezTo>
                  <a:close/>
                  <a:moveTo>
                    <a:pt x="2072299" y="2621858"/>
                  </a:moveTo>
                  <a:cubicBezTo>
                    <a:pt x="2072299" y="2750172"/>
                    <a:pt x="1968306" y="2854164"/>
                    <a:pt x="1839992" y="2854164"/>
                  </a:cubicBezTo>
                  <a:lnTo>
                    <a:pt x="251842" y="2854164"/>
                  </a:lnTo>
                  <a:cubicBezTo>
                    <a:pt x="123560" y="2854164"/>
                    <a:pt x="19535" y="2750172"/>
                    <a:pt x="19535" y="2621858"/>
                  </a:cubicBezTo>
                  <a:lnTo>
                    <a:pt x="19535" y="672989"/>
                  </a:lnTo>
                  <a:cubicBezTo>
                    <a:pt x="19535" y="540019"/>
                    <a:pt x="127402" y="440683"/>
                    <a:pt x="223841" y="440683"/>
                  </a:cubicBezTo>
                  <a:lnTo>
                    <a:pt x="517586" y="440683"/>
                  </a:lnTo>
                  <a:cubicBezTo>
                    <a:pt x="568931" y="440683"/>
                    <a:pt x="614253" y="475716"/>
                    <a:pt x="625518" y="525824"/>
                  </a:cubicBezTo>
                  <a:cubicBezTo>
                    <a:pt x="668756" y="718148"/>
                    <a:pt x="840536" y="861830"/>
                    <a:pt x="1045917" y="861830"/>
                  </a:cubicBezTo>
                  <a:cubicBezTo>
                    <a:pt x="1251298" y="861830"/>
                    <a:pt x="1423110" y="718148"/>
                    <a:pt x="1466315" y="525824"/>
                  </a:cubicBezTo>
                  <a:cubicBezTo>
                    <a:pt x="1477581" y="475748"/>
                    <a:pt x="1522902" y="440683"/>
                    <a:pt x="1574248" y="440683"/>
                  </a:cubicBezTo>
                  <a:lnTo>
                    <a:pt x="1811992" y="440683"/>
                  </a:lnTo>
                  <a:cubicBezTo>
                    <a:pt x="1962804" y="440683"/>
                    <a:pt x="2072299" y="538391"/>
                    <a:pt x="2072299" y="672989"/>
                  </a:cubicBezTo>
                  <a:lnTo>
                    <a:pt x="2072299" y="2621890"/>
                  </a:lnTo>
                  <a:close/>
                </a:path>
              </a:pathLst>
            </a:custGeom>
            <a:solidFill>
              <a:srgbClr val="1B9E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8315797" y="4775108"/>
              <a:ext cx="115192" cy="115192"/>
            </a:xfrm>
            <a:custGeom>
              <a:avLst/>
              <a:gdLst/>
              <a:ahLst/>
              <a:cxnLst/>
              <a:rect l="l" t="t" r="r" b="b"/>
              <a:pathLst>
                <a:path w="115192" h="115192" extrusionOk="0">
                  <a:moveTo>
                    <a:pt x="115193" y="57596"/>
                  </a:moveTo>
                  <a:cubicBezTo>
                    <a:pt x="115193" y="89406"/>
                    <a:pt x="89406" y="115193"/>
                    <a:pt x="57596" y="115193"/>
                  </a:cubicBezTo>
                  <a:cubicBezTo>
                    <a:pt x="25787" y="115193"/>
                    <a:pt x="0" y="89406"/>
                    <a:pt x="0" y="57596"/>
                  </a:cubicBezTo>
                  <a:cubicBezTo>
                    <a:pt x="0" y="25787"/>
                    <a:pt x="25787" y="0"/>
                    <a:pt x="57596" y="0"/>
                  </a:cubicBezTo>
                  <a:cubicBezTo>
                    <a:pt x="89406" y="0"/>
                    <a:pt x="115193" y="25787"/>
                    <a:pt x="115193" y="57596"/>
                  </a:cubicBezTo>
                  <a:close/>
                </a:path>
              </a:pathLst>
            </a:custGeom>
            <a:solidFill>
              <a:srgbClr val="1B9E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3"/>
          <p:cNvSpPr/>
          <p:nvPr/>
        </p:nvSpPr>
        <p:spPr>
          <a:xfrm>
            <a:off x="7421604" y="2776065"/>
            <a:ext cx="1903546" cy="2172840"/>
          </a:xfrm>
          <a:custGeom>
            <a:avLst/>
            <a:gdLst/>
            <a:ahLst/>
            <a:cxnLst/>
            <a:rect l="l" t="t" r="r" b="b"/>
            <a:pathLst>
              <a:path w="1903546" h="2172840" extrusionOk="0">
                <a:moveTo>
                  <a:pt x="1726720" y="0"/>
                </a:moveTo>
                <a:lnTo>
                  <a:pt x="1572750" y="0"/>
                </a:lnTo>
                <a:cubicBezTo>
                  <a:pt x="1532377" y="0"/>
                  <a:pt x="1496269" y="24126"/>
                  <a:pt x="1479730" y="60950"/>
                </a:cubicBezTo>
                <a:cubicBezTo>
                  <a:pt x="1389249" y="262391"/>
                  <a:pt x="1186929" y="402686"/>
                  <a:pt x="951790" y="402686"/>
                </a:cubicBezTo>
                <a:cubicBezTo>
                  <a:pt x="716650" y="402686"/>
                  <a:pt x="514298" y="262391"/>
                  <a:pt x="423850" y="60950"/>
                </a:cubicBezTo>
                <a:cubicBezTo>
                  <a:pt x="407310" y="24126"/>
                  <a:pt x="371202" y="0"/>
                  <a:pt x="330829" y="0"/>
                </a:cubicBezTo>
                <a:lnTo>
                  <a:pt x="176859" y="0"/>
                </a:lnTo>
                <a:cubicBezTo>
                  <a:pt x="79183" y="0"/>
                  <a:pt x="0" y="79183"/>
                  <a:pt x="0" y="176859"/>
                </a:cubicBezTo>
                <a:lnTo>
                  <a:pt x="0" y="1995981"/>
                </a:lnTo>
                <a:cubicBezTo>
                  <a:pt x="0" y="2093657"/>
                  <a:pt x="79183" y="2172840"/>
                  <a:pt x="176859" y="2172840"/>
                </a:cubicBezTo>
                <a:lnTo>
                  <a:pt x="1726688" y="2172840"/>
                </a:lnTo>
                <a:cubicBezTo>
                  <a:pt x="1824364" y="2172840"/>
                  <a:pt x="1903547" y="2093657"/>
                  <a:pt x="1903547" y="1995981"/>
                </a:cubicBezTo>
                <a:lnTo>
                  <a:pt x="1903547" y="176859"/>
                </a:lnTo>
                <a:cubicBezTo>
                  <a:pt x="1903547" y="79183"/>
                  <a:pt x="1824364" y="0"/>
                  <a:pt x="17266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p3"/>
          <p:cNvGrpSpPr/>
          <p:nvPr/>
        </p:nvGrpSpPr>
        <p:grpSpPr>
          <a:xfrm>
            <a:off x="9583987" y="2169333"/>
            <a:ext cx="2091833" cy="2921560"/>
            <a:chOff x="9583987" y="1968740"/>
            <a:chExt cx="2091833" cy="2921560"/>
          </a:xfrm>
        </p:grpSpPr>
        <p:sp>
          <p:nvSpPr>
            <p:cNvPr id="227" name="Google Shape;227;p3"/>
            <p:cNvSpPr/>
            <p:nvPr/>
          </p:nvSpPr>
          <p:spPr>
            <a:xfrm>
              <a:off x="9583987" y="1968740"/>
              <a:ext cx="2091833" cy="2873732"/>
            </a:xfrm>
            <a:custGeom>
              <a:avLst/>
              <a:gdLst/>
              <a:ahLst/>
              <a:cxnLst/>
              <a:rect l="l" t="t" r="r" b="b"/>
              <a:pathLst>
                <a:path w="2091833" h="2873732" extrusionOk="0">
                  <a:moveTo>
                    <a:pt x="2014311" y="494632"/>
                  </a:moveTo>
                  <a:cubicBezTo>
                    <a:pt x="1963129" y="447227"/>
                    <a:pt x="1891272" y="421115"/>
                    <a:pt x="1812024" y="421115"/>
                  </a:cubicBezTo>
                  <a:lnTo>
                    <a:pt x="1574280" y="421115"/>
                  </a:lnTo>
                  <a:cubicBezTo>
                    <a:pt x="1522935" y="421115"/>
                    <a:pt x="1477613" y="386082"/>
                    <a:pt x="1466348" y="335974"/>
                  </a:cubicBezTo>
                  <a:cubicBezTo>
                    <a:pt x="1423110" y="143682"/>
                    <a:pt x="1251298" y="0"/>
                    <a:pt x="1045917" y="0"/>
                  </a:cubicBezTo>
                  <a:cubicBezTo>
                    <a:pt x="840536" y="0"/>
                    <a:pt x="668724" y="143682"/>
                    <a:pt x="625518" y="336006"/>
                  </a:cubicBezTo>
                  <a:cubicBezTo>
                    <a:pt x="614253" y="386082"/>
                    <a:pt x="568931" y="421147"/>
                    <a:pt x="517586" y="421147"/>
                  </a:cubicBezTo>
                  <a:lnTo>
                    <a:pt x="223841" y="421147"/>
                  </a:lnTo>
                  <a:cubicBezTo>
                    <a:pt x="106695" y="421147"/>
                    <a:pt x="0" y="541191"/>
                    <a:pt x="0" y="672989"/>
                  </a:cubicBezTo>
                  <a:lnTo>
                    <a:pt x="0" y="2621890"/>
                  </a:lnTo>
                  <a:cubicBezTo>
                    <a:pt x="0" y="2760981"/>
                    <a:pt x="112751" y="2873732"/>
                    <a:pt x="251842" y="2873732"/>
                  </a:cubicBezTo>
                  <a:lnTo>
                    <a:pt x="1839992" y="2873732"/>
                  </a:lnTo>
                  <a:cubicBezTo>
                    <a:pt x="1979083" y="2873732"/>
                    <a:pt x="2091834" y="2760981"/>
                    <a:pt x="2091834" y="2621890"/>
                  </a:cubicBezTo>
                  <a:lnTo>
                    <a:pt x="2091834" y="672989"/>
                  </a:lnTo>
                  <a:cubicBezTo>
                    <a:pt x="2091834" y="604290"/>
                    <a:pt x="2064289" y="540963"/>
                    <a:pt x="2014311" y="494665"/>
                  </a:cubicBezTo>
                  <a:close/>
                  <a:moveTo>
                    <a:pt x="2072299" y="2621858"/>
                  </a:moveTo>
                  <a:cubicBezTo>
                    <a:pt x="2072299" y="2750172"/>
                    <a:pt x="1968306" y="2854164"/>
                    <a:pt x="1839992" y="2854164"/>
                  </a:cubicBezTo>
                  <a:lnTo>
                    <a:pt x="251842" y="2854164"/>
                  </a:lnTo>
                  <a:cubicBezTo>
                    <a:pt x="123560" y="2854164"/>
                    <a:pt x="19535" y="2750172"/>
                    <a:pt x="19535" y="2621858"/>
                  </a:cubicBezTo>
                  <a:lnTo>
                    <a:pt x="19535" y="672989"/>
                  </a:lnTo>
                  <a:cubicBezTo>
                    <a:pt x="19535" y="540019"/>
                    <a:pt x="127402" y="440683"/>
                    <a:pt x="223841" y="440683"/>
                  </a:cubicBezTo>
                  <a:lnTo>
                    <a:pt x="517586" y="440683"/>
                  </a:lnTo>
                  <a:cubicBezTo>
                    <a:pt x="568931" y="440683"/>
                    <a:pt x="614253" y="475716"/>
                    <a:pt x="625518" y="525824"/>
                  </a:cubicBezTo>
                  <a:cubicBezTo>
                    <a:pt x="668756" y="718148"/>
                    <a:pt x="840536" y="861830"/>
                    <a:pt x="1045917" y="861830"/>
                  </a:cubicBezTo>
                  <a:cubicBezTo>
                    <a:pt x="1251298" y="861830"/>
                    <a:pt x="1423110" y="718148"/>
                    <a:pt x="1466315" y="525824"/>
                  </a:cubicBezTo>
                  <a:cubicBezTo>
                    <a:pt x="1477581" y="475748"/>
                    <a:pt x="1522902" y="440683"/>
                    <a:pt x="1574248" y="440683"/>
                  </a:cubicBezTo>
                  <a:lnTo>
                    <a:pt x="1811992" y="440683"/>
                  </a:lnTo>
                  <a:cubicBezTo>
                    <a:pt x="1962804" y="440683"/>
                    <a:pt x="2072299" y="538391"/>
                    <a:pt x="2072299" y="672989"/>
                  </a:cubicBezTo>
                  <a:lnTo>
                    <a:pt x="2072299" y="2621890"/>
                  </a:lnTo>
                  <a:close/>
                </a:path>
              </a:pathLst>
            </a:custGeom>
            <a:solidFill>
              <a:srgbClr val="1B9E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10572307" y="4775108"/>
              <a:ext cx="115192" cy="115192"/>
            </a:xfrm>
            <a:custGeom>
              <a:avLst/>
              <a:gdLst/>
              <a:ahLst/>
              <a:cxnLst/>
              <a:rect l="l" t="t" r="r" b="b"/>
              <a:pathLst>
                <a:path w="115192" h="115192" extrusionOk="0">
                  <a:moveTo>
                    <a:pt x="115193" y="57596"/>
                  </a:moveTo>
                  <a:cubicBezTo>
                    <a:pt x="115193" y="89406"/>
                    <a:pt x="89406" y="115193"/>
                    <a:pt x="57596" y="115193"/>
                  </a:cubicBezTo>
                  <a:cubicBezTo>
                    <a:pt x="25787" y="115193"/>
                    <a:pt x="0" y="89406"/>
                    <a:pt x="0" y="57596"/>
                  </a:cubicBezTo>
                  <a:cubicBezTo>
                    <a:pt x="0" y="25787"/>
                    <a:pt x="25787" y="0"/>
                    <a:pt x="57596" y="0"/>
                  </a:cubicBezTo>
                  <a:cubicBezTo>
                    <a:pt x="89406" y="0"/>
                    <a:pt x="115193" y="25787"/>
                    <a:pt x="115193" y="57596"/>
                  </a:cubicBezTo>
                  <a:close/>
                </a:path>
              </a:pathLst>
            </a:custGeom>
            <a:solidFill>
              <a:srgbClr val="1B9E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3"/>
          <p:cNvSpPr/>
          <p:nvPr/>
        </p:nvSpPr>
        <p:spPr>
          <a:xfrm>
            <a:off x="9678114" y="2776065"/>
            <a:ext cx="1903546" cy="2172840"/>
          </a:xfrm>
          <a:custGeom>
            <a:avLst/>
            <a:gdLst/>
            <a:ahLst/>
            <a:cxnLst/>
            <a:rect l="l" t="t" r="r" b="b"/>
            <a:pathLst>
              <a:path w="1903546" h="2172840" extrusionOk="0">
                <a:moveTo>
                  <a:pt x="1726720" y="0"/>
                </a:moveTo>
                <a:lnTo>
                  <a:pt x="1572750" y="0"/>
                </a:lnTo>
                <a:cubicBezTo>
                  <a:pt x="1532377" y="0"/>
                  <a:pt x="1496269" y="24126"/>
                  <a:pt x="1479730" y="60950"/>
                </a:cubicBezTo>
                <a:cubicBezTo>
                  <a:pt x="1389249" y="262391"/>
                  <a:pt x="1186929" y="402686"/>
                  <a:pt x="951790" y="402686"/>
                </a:cubicBezTo>
                <a:cubicBezTo>
                  <a:pt x="716650" y="402686"/>
                  <a:pt x="514298" y="262391"/>
                  <a:pt x="423850" y="60950"/>
                </a:cubicBezTo>
                <a:cubicBezTo>
                  <a:pt x="407310" y="24126"/>
                  <a:pt x="371202" y="0"/>
                  <a:pt x="330829" y="0"/>
                </a:cubicBezTo>
                <a:lnTo>
                  <a:pt x="176859" y="0"/>
                </a:lnTo>
                <a:cubicBezTo>
                  <a:pt x="79183" y="0"/>
                  <a:pt x="0" y="79183"/>
                  <a:pt x="0" y="176859"/>
                </a:cubicBezTo>
                <a:lnTo>
                  <a:pt x="0" y="1995981"/>
                </a:lnTo>
                <a:cubicBezTo>
                  <a:pt x="0" y="2093657"/>
                  <a:pt x="79183" y="2172840"/>
                  <a:pt x="176859" y="2172840"/>
                </a:cubicBezTo>
                <a:lnTo>
                  <a:pt x="1726688" y="2172840"/>
                </a:lnTo>
                <a:cubicBezTo>
                  <a:pt x="1824364" y="2172840"/>
                  <a:pt x="1903547" y="2093657"/>
                  <a:pt x="1903547" y="1995981"/>
                </a:cubicBezTo>
                <a:lnTo>
                  <a:pt x="1903547" y="176859"/>
                </a:lnTo>
                <a:cubicBezTo>
                  <a:pt x="1903547" y="79183"/>
                  <a:pt x="1824364" y="0"/>
                  <a:pt x="17266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"/>
          <p:cNvSpPr txBox="1"/>
          <p:nvPr/>
        </p:nvSpPr>
        <p:spPr>
          <a:xfrm>
            <a:off x="5135101" y="3493285"/>
            <a:ext cx="207478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tr-TR" sz="1100" b="1" dirty="0">
              <a:solidFill>
                <a:srgbClr val="2A3979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Finans Kurumu için;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Hızlı ve Doğru Müşteri Edinimi</a:t>
            </a:r>
            <a:endParaRPr dirty="0"/>
          </a:p>
        </p:txBody>
      </p:sp>
      <p:sp>
        <p:nvSpPr>
          <p:cNvPr id="231" name="Google Shape;231;p3"/>
          <p:cNvSpPr txBox="1"/>
          <p:nvPr/>
        </p:nvSpPr>
        <p:spPr>
          <a:xfrm>
            <a:off x="2756303" y="3608765"/>
            <a:ext cx="216427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Veri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Toplama</a:t>
            </a: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ve</a:t>
            </a: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Analiz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Zorlukları</a:t>
            </a:r>
            <a:endParaRPr sz="1100" dirty="0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3"/>
          <p:cNvSpPr txBox="1"/>
          <p:nvPr/>
        </p:nvSpPr>
        <p:spPr>
          <a:xfrm>
            <a:off x="550517" y="3608765"/>
            <a:ext cx="20747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Uzun</a:t>
            </a: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ve</a:t>
            </a: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Karmaşık</a:t>
            </a: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Kredi</a:t>
            </a: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Başvuru</a:t>
            </a: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Süreçleri</a:t>
            </a:r>
            <a:endParaRPr dirty="0"/>
          </a:p>
        </p:txBody>
      </p:sp>
      <p:sp>
        <p:nvSpPr>
          <p:cNvPr id="233" name="Google Shape;233;p3"/>
          <p:cNvSpPr txBox="1"/>
          <p:nvPr/>
        </p:nvSpPr>
        <p:spPr>
          <a:xfrm>
            <a:off x="7347410" y="3608765"/>
            <a:ext cx="207478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KOBi</a:t>
            </a:r>
            <a:r>
              <a:rPr lang="tr-TR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için ;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Finansal</a:t>
            </a: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Ürünlere</a:t>
            </a: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Erişim</a:t>
            </a: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Zorlukları</a:t>
            </a:r>
            <a:endParaRPr lang="tr-TR" sz="1100" b="1" dirty="0">
              <a:solidFill>
                <a:srgbClr val="2A3979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b="1" dirty="0">
                <a:solidFill>
                  <a:srgbClr val="2A3979"/>
                </a:solidFill>
                <a:latin typeface="Sora"/>
                <a:cs typeface="Sora"/>
                <a:sym typeface="Sora"/>
              </a:rPr>
              <a:t>Hızlı Nakit İhtiyacı </a:t>
            </a:r>
            <a:endParaRPr dirty="0"/>
          </a:p>
        </p:txBody>
      </p:sp>
      <p:sp>
        <p:nvSpPr>
          <p:cNvPr id="234" name="Google Shape;234;p3"/>
          <p:cNvSpPr txBox="1"/>
          <p:nvPr/>
        </p:nvSpPr>
        <p:spPr>
          <a:xfrm>
            <a:off x="9608471" y="3608765"/>
            <a:ext cx="207478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Finansal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Risklerin</a:t>
            </a: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Öngörülememesi</a:t>
            </a: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ve</a:t>
            </a: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Hatalı</a:t>
            </a:r>
            <a:r>
              <a:rPr lang="en-US" sz="1100" b="1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100" b="1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Raporlama</a:t>
            </a:r>
            <a:endParaRPr sz="1100" dirty="0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35" name="Google Shape;23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67844" y="6351786"/>
            <a:ext cx="1099912" cy="265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175" y="6344558"/>
            <a:ext cx="860318" cy="27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34596" y="6319520"/>
            <a:ext cx="972934" cy="32512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"/>
          <p:cNvSpPr txBox="1"/>
          <p:nvPr/>
        </p:nvSpPr>
        <p:spPr>
          <a:xfrm>
            <a:off x="550516" y="1158028"/>
            <a:ext cx="76790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KOBİ'ler</a:t>
            </a:r>
            <a:r>
              <a:rPr lang="en-US" sz="1800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800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ve</a:t>
            </a:r>
            <a:r>
              <a:rPr lang="en-US" sz="1800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800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Finans</a:t>
            </a:r>
            <a:r>
              <a:rPr lang="en-US" sz="1800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800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Kurumları</a:t>
            </a:r>
            <a:r>
              <a:rPr lang="en-US" sz="1800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800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için</a:t>
            </a:r>
            <a:r>
              <a:rPr lang="en-US" sz="1800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800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çözüm</a:t>
            </a:r>
            <a:r>
              <a:rPr lang="en-US" sz="1800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800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üretilmesi</a:t>
            </a:r>
            <a:r>
              <a:rPr lang="en-US" sz="1800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800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gereken</a:t>
            </a:r>
            <a:r>
              <a:rPr lang="en-US" sz="1800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800" dirty="0" err="1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problemler</a:t>
            </a:r>
            <a:r>
              <a:rPr lang="en-US" sz="1800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: </a:t>
            </a:r>
            <a:endParaRPr sz="1800" dirty="0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" name="Resim 2" descr="daire, saat, simge, sembol, grafik içeren bir resim&#10;&#10;Açıklama otomatik olarak oluşturuldu">
            <a:extLst>
              <a:ext uri="{FF2B5EF4-FFF2-40B4-BE49-F238E27FC236}">
                <a16:creationId xmlns:a16="http://schemas.microsoft.com/office/drawing/2014/main" id="{2FF37CC8-752B-F200-72B6-26067E0F81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4046" y="2315532"/>
            <a:ext cx="550196" cy="550196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7039B7AA-5A75-825B-DD31-0F6A40DAA9C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03589" y="2293612"/>
            <a:ext cx="521844" cy="521844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53E7D5AA-0B76-24BF-085A-52749DEE815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836428" y="2308444"/>
            <a:ext cx="564372" cy="564372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04CBB93F-90F5-2B2F-88C3-687B5DC0DEA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135426" y="2346251"/>
            <a:ext cx="488758" cy="488758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84D024DF-AF3B-006B-2121-28B50E12933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80074" y="2315532"/>
            <a:ext cx="550196" cy="5501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Resim 15" descr="metin, bilgisayar, dizüstü, multimedya içeren bir resim&#10;&#10;Açıklama otomatik olarak oluşturuldu">
            <a:extLst>
              <a:ext uri="{FF2B5EF4-FFF2-40B4-BE49-F238E27FC236}">
                <a16:creationId xmlns:a16="http://schemas.microsoft.com/office/drawing/2014/main" id="{323FF613-16A5-E9F1-2ACB-A75ED11D9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810" y="3229912"/>
            <a:ext cx="6854190" cy="3855482"/>
          </a:xfrm>
          <a:prstGeom prst="rect">
            <a:avLst/>
          </a:prstGeom>
        </p:spPr>
      </p:pic>
      <p:sp>
        <p:nvSpPr>
          <p:cNvPr id="252" name="Google Shape;252;p4"/>
          <p:cNvSpPr txBox="1"/>
          <p:nvPr/>
        </p:nvSpPr>
        <p:spPr>
          <a:xfrm>
            <a:off x="5291260" y="5013349"/>
            <a:ext cx="163507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r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1 Dakika</a:t>
            </a:r>
            <a:endParaRPr sz="1600" b="1" i="0" u="none" strike="noStrike" cap="none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5" name="Google Shape;255;p4"/>
          <p:cNvSpPr txBox="1"/>
          <p:nvPr/>
        </p:nvSpPr>
        <p:spPr>
          <a:xfrm>
            <a:off x="609434" y="284634"/>
            <a:ext cx="397582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rgbClr val="002060"/>
                </a:solidFill>
                <a:latin typeface="Sora"/>
                <a:ea typeface="Sora"/>
                <a:cs typeface="Sora"/>
                <a:sym typeface="Sora"/>
              </a:rPr>
              <a:t>Çözüm</a:t>
            </a:r>
            <a:endParaRPr dirty="0"/>
          </a:p>
        </p:txBody>
      </p:sp>
      <p:cxnSp>
        <p:nvCxnSpPr>
          <p:cNvPr id="256" name="Google Shape;256;p4"/>
          <p:cNvCxnSpPr/>
          <p:nvPr/>
        </p:nvCxnSpPr>
        <p:spPr>
          <a:xfrm>
            <a:off x="507833" y="0"/>
            <a:ext cx="0" cy="80264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7" name="Google Shape;257;p4"/>
          <p:cNvCxnSpPr/>
          <p:nvPr/>
        </p:nvCxnSpPr>
        <p:spPr>
          <a:xfrm>
            <a:off x="507833" y="385787"/>
            <a:ext cx="0" cy="421640"/>
          </a:xfrm>
          <a:prstGeom prst="straightConnector1">
            <a:avLst/>
          </a:prstGeom>
          <a:noFill/>
          <a:ln w="38100" cap="flat" cmpd="sng">
            <a:solidFill>
              <a:srgbClr val="2A397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85" name="Google Shape;28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175" y="6344558"/>
            <a:ext cx="860318" cy="27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34596" y="6319520"/>
            <a:ext cx="972934" cy="32512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"/>
          <p:cNvSpPr txBox="1"/>
          <p:nvPr/>
        </p:nvSpPr>
        <p:spPr>
          <a:xfrm>
            <a:off x="558266" y="1029516"/>
            <a:ext cx="88452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dirty="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Tek bir Platform üzerinden Kobi ve Finansal Kurumların çözüm yeri.  </a:t>
            </a:r>
            <a:endParaRPr sz="1800" dirty="0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" name="Resim 3" descr="daire, saat, simge, sembol, grafik içeren bir resim&#10;&#10;Açıklama otomatik olarak oluşturuldu">
            <a:extLst>
              <a:ext uri="{FF2B5EF4-FFF2-40B4-BE49-F238E27FC236}">
                <a16:creationId xmlns:a16="http://schemas.microsoft.com/office/drawing/2014/main" id="{19B644A7-E166-AFC9-6F53-16DE84260B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331" y="4584337"/>
            <a:ext cx="388318" cy="388318"/>
          </a:xfrm>
          <a:prstGeom prst="rect">
            <a:avLst/>
          </a:prstGeom>
        </p:spPr>
      </p:pic>
      <p:sp>
        <p:nvSpPr>
          <p:cNvPr id="258" name="Google Shape;258;p4"/>
          <p:cNvSpPr/>
          <p:nvPr/>
        </p:nvSpPr>
        <p:spPr>
          <a:xfrm>
            <a:off x="558270" y="1600936"/>
            <a:ext cx="2399170" cy="2139661"/>
          </a:xfrm>
          <a:custGeom>
            <a:avLst/>
            <a:gdLst/>
            <a:ahLst/>
            <a:cxnLst/>
            <a:rect l="l" t="t" r="r" b="b"/>
            <a:pathLst>
              <a:path w="2423404" h="2161274" extrusionOk="0">
                <a:moveTo>
                  <a:pt x="1154484" y="2161275"/>
                </a:moveTo>
                <a:lnTo>
                  <a:pt x="160085" y="2161275"/>
                </a:lnTo>
                <a:cubicBezTo>
                  <a:pt x="71823" y="2161275"/>
                  <a:pt x="0" y="2089452"/>
                  <a:pt x="0" y="2001316"/>
                </a:cubicBezTo>
                <a:lnTo>
                  <a:pt x="0" y="159959"/>
                </a:lnTo>
                <a:cubicBezTo>
                  <a:pt x="0" y="71697"/>
                  <a:pt x="71823" y="0"/>
                  <a:pt x="160085" y="0"/>
                </a:cubicBezTo>
                <a:lnTo>
                  <a:pt x="1971601" y="0"/>
                </a:lnTo>
                <a:cubicBezTo>
                  <a:pt x="2059862" y="0"/>
                  <a:pt x="2131686" y="71823"/>
                  <a:pt x="2131686" y="159959"/>
                </a:cubicBezTo>
                <a:lnTo>
                  <a:pt x="2131686" y="968603"/>
                </a:lnTo>
                <a:cubicBezTo>
                  <a:pt x="2131686" y="1018298"/>
                  <a:pt x="2172150" y="1058762"/>
                  <a:pt x="2221844" y="1058762"/>
                </a:cubicBezTo>
                <a:lnTo>
                  <a:pt x="2423405" y="1058762"/>
                </a:lnTo>
                <a:lnTo>
                  <a:pt x="2423405" y="1086960"/>
                </a:lnTo>
                <a:lnTo>
                  <a:pt x="2221844" y="1086960"/>
                </a:lnTo>
                <a:cubicBezTo>
                  <a:pt x="2156596" y="1086960"/>
                  <a:pt x="2103488" y="1033851"/>
                  <a:pt x="2103488" y="968603"/>
                </a:cubicBezTo>
                <a:lnTo>
                  <a:pt x="2103488" y="159959"/>
                </a:lnTo>
                <a:cubicBezTo>
                  <a:pt x="2103488" y="87250"/>
                  <a:pt x="2044309" y="28198"/>
                  <a:pt x="1971601" y="28198"/>
                </a:cubicBezTo>
                <a:lnTo>
                  <a:pt x="160085" y="28198"/>
                </a:lnTo>
                <a:cubicBezTo>
                  <a:pt x="87377" y="28198"/>
                  <a:pt x="28198" y="87377"/>
                  <a:pt x="28198" y="159959"/>
                </a:cubicBezTo>
                <a:lnTo>
                  <a:pt x="28198" y="2001190"/>
                </a:lnTo>
                <a:cubicBezTo>
                  <a:pt x="28198" y="2073898"/>
                  <a:pt x="87377" y="2132950"/>
                  <a:pt x="160085" y="2132950"/>
                </a:cubicBezTo>
                <a:lnTo>
                  <a:pt x="1154610" y="2132950"/>
                </a:lnTo>
                <a:lnTo>
                  <a:pt x="1154610" y="2161148"/>
                </a:lnTo>
                <a:lnTo>
                  <a:pt x="1154610" y="2161148"/>
                </a:lnTo>
                <a:close/>
              </a:path>
            </a:pathLst>
          </a:custGeom>
          <a:solidFill>
            <a:srgbClr val="1B9EDB"/>
          </a:solidFill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1646605" y="3675887"/>
            <a:ext cx="105155" cy="105155"/>
          </a:xfrm>
          <a:custGeom>
            <a:avLst/>
            <a:gdLst/>
            <a:ahLst/>
            <a:cxnLst/>
            <a:rect l="l" t="t" r="r" b="b"/>
            <a:pathLst>
              <a:path w="106217" h="106217" extrusionOk="0">
                <a:moveTo>
                  <a:pt x="53109" y="0"/>
                </a:moveTo>
                <a:cubicBezTo>
                  <a:pt x="82445" y="0"/>
                  <a:pt x="106218" y="23773"/>
                  <a:pt x="106218" y="53109"/>
                </a:cubicBezTo>
                <a:cubicBezTo>
                  <a:pt x="106218" y="82445"/>
                  <a:pt x="82445" y="106217"/>
                  <a:pt x="53109" y="106217"/>
                </a:cubicBezTo>
                <a:cubicBezTo>
                  <a:pt x="23773" y="106217"/>
                  <a:pt x="0" y="82445"/>
                  <a:pt x="0" y="53109"/>
                </a:cubicBezTo>
                <a:cubicBezTo>
                  <a:pt x="0" y="23773"/>
                  <a:pt x="23773" y="0"/>
                  <a:pt x="53109" y="0"/>
                </a:cubicBezTo>
                <a:lnTo>
                  <a:pt x="53109" y="0"/>
                </a:lnTo>
                <a:close/>
              </a:path>
            </a:pathLst>
          </a:custGeom>
          <a:solidFill>
            <a:srgbClr val="1B9E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2847682" y="2549470"/>
            <a:ext cx="141209" cy="228337"/>
          </a:xfrm>
          <a:custGeom>
            <a:avLst/>
            <a:gdLst/>
            <a:ahLst/>
            <a:cxnLst/>
            <a:rect l="l" t="t" r="r" b="b"/>
            <a:pathLst>
              <a:path w="142635" h="230643" extrusionOk="0">
                <a:moveTo>
                  <a:pt x="19094" y="230644"/>
                </a:moveTo>
                <a:lnTo>
                  <a:pt x="0" y="210033"/>
                </a:lnTo>
                <a:lnTo>
                  <a:pt x="101413" y="115322"/>
                </a:lnTo>
                <a:lnTo>
                  <a:pt x="0" y="20611"/>
                </a:lnTo>
                <a:lnTo>
                  <a:pt x="19094" y="0"/>
                </a:lnTo>
                <a:lnTo>
                  <a:pt x="142635" y="115322"/>
                </a:lnTo>
                <a:lnTo>
                  <a:pt x="19094" y="230644"/>
                </a:lnTo>
                <a:lnTo>
                  <a:pt x="19094" y="230644"/>
                </a:lnTo>
                <a:lnTo>
                  <a:pt x="19094" y="230644"/>
                </a:lnTo>
                <a:close/>
              </a:path>
            </a:pathLst>
          </a:custGeom>
          <a:solidFill>
            <a:srgbClr val="1B9EDB"/>
          </a:solidFill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"/>
          <p:cNvSpPr/>
          <p:nvPr/>
        </p:nvSpPr>
        <p:spPr>
          <a:xfrm>
            <a:off x="2641740" y="2887696"/>
            <a:ext cx="28542" cy="696028"/>
          </a:xfrm>
          <a:custGeom>
            <a:avLst/>
            <a:gdLst/>
            <a:ahLst/>
            <a:cxnLst/>
            <a:rect l="l" t="t" r="r" b="b"/>
            <a:pathLst>
              <a:path w="28830" h="703059" extrusionOk="0">
                <a:moveTo>
                  <a:pt x="0" y="0"/>
                </a:moveTo>
                <a:lnTo>
                  <a:pt x="28831" y="0"/>
                </a:lnTo>
                <a:lnTo>
                  <a:pt x="28831" y="703059"/>
                </a:lnTo>
                <a:lnTo>
                  <a:pt x="0" y="703059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B9EDB"/>
          </a:solidFill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516180" y="1558846"/>
            <a:ext cx="1134176" cy="659474"/>
          </a:xfrm>
          <a:custGeom>
            <a:avLst/>
            <a:gdLst/>
            <a:ahLst/>
            <a:cxnLst/>
            <a:rect l="l" t="t" r="r" b="b"/>
            <a:pathLst>
              <a:path w="1145632" h="666135" extrusionOk="0">
                <a:moveTo>
                  <a:pt x="112667" y="666136"/>
                </a:moveTo>
                <a:lnTo>
                  <a:pt x="0" y="666136"/>
                </a:lnTo>
                <a:lnTo>
                  <a:pt x="0" y="202319"/>
                </a:lnTo>
                <a:cubicBezTo>
                  <a:pt x="0" y="90791"/>
                  <a:pt x="90664" y="0"/>
                  <a:pt x="202193" y="0"/>
                </a:cubicBezTo>
                <a:lnTo>
                  <a:pt x="1145633" y="0"/>
                </a:lnTo>
                <a:lnTo>
                  <a:pt x="1145633" y="112793"/>
                </a:lnTo>
                <a:lnTo>
                  <a:pt x="202193" y="112793"/>
                </a:lnTo>
                <a:cubicBezTo>
                  <a:pt x="152877" y="112793"/>
                  <a:pt x="112667" y="153004"/>
                  <a:pt x="112667" y="202319"/>
                </a:cubicBezTo>
                <a:lnTo>
                  <a:pt x="112667" y="666136"/>
                </a:lnTo>
                <a:lnTo>
                  <a:pt x="112667" y="666136"/>
                </a:lnTo>
                <a:close/>
              </a:path>
            </a:pathLst>
          </a:custGeom>
          <a:solidFill>
            <a:srgbClr val="1B9E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4863506" y="2650187"/>
            <a:ext cx="316967" cy="933379"/>
          </a:xfrm>
          <a:custGeom>
            <a:avLst/>
            <a:gdLst/>
            <a:ahLst/>
            <a:cxnLst/>
            <a:rect l="l" t="t" r="r" b="b"/>
            <a:pathLst>
              <a:path w="320169" h="942807" extrusionOk="0">
                <a:moveTo>
                  <a:pt x="28198" y="942807"/>
                </a:moveTo>
                <a:lnTo>
                  <a:pt x="0" y="942807"/>
                </a:lnTo>
                <a:lnTo>
                  <a:pt x="0" y="118357"/>
                </a:lnTo>
                <a:cubicBezTo>
                  <a:pt x="0" y="53109"/>
                  <a:pt x="53109" y="0"/>
                  <a:pt x="118483" y="0"/>
                </a:cubicBezTo>
                <a:lnTo>
                  <a:pt x="320170" y="0"/>
                </a:lnTo>
                <a:lnTo>
                  <a:pt x="320170" y="28198"/>
                </a:lnTo>
                <a:lnTo>
                  <a:pt x="118483" y="28198"/>
                </a:lnTo>
                <a:cubicBezTo>
                  <a:pt x="68789" y="28198"/>
                  <a:pt x="28198" y="68662"/>
                  <a:pt x="28198" y="118357"/>
                </a:cubicBezTo>
                <a:lnTo>
                  <a:pt x="28198" y="942807"/>
                </a:lnTo>
                <a:lnTo>
                  <a:pt x="28198" y="942807"/>
                </a:lnTo>
                <a:close/>
              </a:path>
            </a:pathLst>
          </a:custGeom>
          <a:solidFill>
            <a:srgbClr val="1B9EDB"/>
          </a:solidFill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5069447" y="2549470"/>
            <a:ext cx="141209" cy="228337"/>
          </a:xfrm>
          <a:custGeom>
            <a:avLst/>
            <a:gdLst/>
            <a:ahLst/>
            <a:cxnLst/>
            <a:rect l="l" t="t" r="r" b="b"/>
            <a:pathLst>
              <a:path w="142635" h="230643" extrusionOk="0">
                <a:moveTo>
                  <a:pt x="19094" y="230644"/>
                </a:moveTo>
                <a:lnTo>
                  <a:pt x="0" y="210033"/>
                </a:lnTo>
                <a:lnTo>
                  <a:pt x="101412" y="115322"/>
                </a:lnTo>
                <a:lnTo>
                  <a:pt x="0" y="20611"/>
                </a:lnTo>
                <a:lnTo>
                  <a:pt x="19094" y="0"/>
                </a:lnTo>
                <a:lnTo>
                  <a:pt x="142635" y="115322"/>
                </a:lnTo>
                <a:lnTo>
                  <a:pt x="19094" y="230644"/>
                </a:lnTo>
                <a:lnTo>
                  <a:pt x="19094" y="230644"/>
                </a:lnTo>
                <a:lnTo>
                  <a:pt x="19094" y="230644"/>
                </a:lnTo>
                <a:close/>
              </a:path>
            </a:pathLst>
          </a:custGeom>
          <a:solidFill>
            <a:srgbClr val="1B9EDB"/>
          </a:solidFill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2780036" y="2887696"/>
            <a:ext cx="1143189" cy="853886"/>
          </a:xfrm>
          <a:custGeom>
            <a:avLst/>
            <a:gdLst/>
            <a:ahLst/>
            <a:cxnLst/>
            <a:rect l="l" t="t" r="r" b="b"/>
            <a:pathLst>
              <a:path w="1154736" h="862511" extrusionOk="0">
                <a:moveTo>
                  <a:pt x="1154737" y="862386"/>
                </a:moveTo>
                <a:lnTo>
                  <a:pt x="160085" y="862386"/>
                </a:lnTo>
                <a:cubicBezTo>
                  <a:pt x="71823" y="862386"/>
                  <a:pt x="0" y="790689"/>
                  <a:pt x="0" y="702553"/>
                </a:cubicBezTo>
                <a:lnTo>
                  <a:pt x="0" y="0"/>
                </a:lnTo>
                <a:lnTo>
                  <a:pt x="28198" y="0"/>
                </a:lnTo>
                <a:lnTo>
                  <a:pt x="28198" y="702553"/>
                </a:lnTo>
                <a:cubicBezTo>
                  <a:pt x="28198" y="775135"/>
                  <a:pt x="87377" y="834314"/>
                  <a:pt x="160085" y="834314"/>
                </a:cubicBezTo>
                <a:lnTo>
                  <a:pt x="1154737" y="834314"/>
                </a:lnTo>
                <a:lnTo>
                  <a:pt x="1154737" y="862512"/>
                </a:lnTo>
                <a:lnTo>
                  <a:pt x="1154737" y="862512"/>
                </a:lnTo>
                <a:close/>
              </a:path>
            </a:pathLst>
          </a:custGeom>
          <a:solidFill>
            <a:srgbClr val="1B9EDB"/>
          </a:solidFill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"/>
          <p:cNvSpPr/>
          <p:nvPr/>
        </p:nvSpPr>
        <p:spPr>
          <a:xfrm>
            <a:off x="3868814" y="3676080"/>
            <a:ext cx="105019" cy="105019"/>
          </a:xfrm>
          <a:custGeom>
            <a:avLst/>
            <a:gdLst/>
            <a:ahLst/>
            <a:cxnLst/>
            <a:rect l="l" t="t" r="r" b="b"/>
            <a:pathLst>
              <a:path w="106080" h="106080" extrusionOk="0">
                <a:moveTo>
                  <a:pt x="61512" y="690"/>
                </a:moveTo>
                <a:cubicBezTo>
                  <a:pt x="90469" y="5369"/>
                  <a:pt x="110069" y="32555"/>
                  <a:pt x="105390" y="61512"/>
                </a:cubicBezTo>
                <a:cubicBezTo>
                  <a:pt x="100712" y="90469"/>
                  <a:pt x="73525" y="110069"/>
                  <a:pt x="44568" y="105390"/>
                </a:cubicBezTo>
                <a:cubicBezTo>
                  <a:pt x="15611" y="100712"/>
                  <a:pt x="-3988" y="73525"/>
                  <a:pt x="690" y="44568"/>
                </a:cubicBezTo>
                <a:cubicBezTo>
                  <a:pt x="5369" y="15611"/>
                  <a:pt x="32555" y="-3989"/>
                  <a:pt x="61512" y="690"/>
                </a:cubicBezTo>
                <a:lnTo>
                  <a:pt x="61512" y="690"/>
                </a:lnTo>
                <a:close/>
              </a:path>
            </a:pathLst>
          </a:custGeom>
          <a:solidFill>
            <a:srgbClr val="1B9E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2780036" y="1600936"/>
            <a:ext cx="2110619" cy="838238"/>
          </a:xfrm>
          <a:custGeom>
            <a:avLst/>
            <a:gdLst/>
            <a:ahLst/>
            <a:cxnLst/>
            <a:rect l="l" t="t" r="r" b="b"/>
            <a:pathLst>
              <a:path w="2131938" h="846705" extrusionOk="0">
                <a:moveTo>
                  <a:pt x="2131939" y="846706"/>
                </a:moveTo>
                <a:lnTo>
                  <a:pt x="2103740" y="846706"/>
                </a:lnTo>
                <a:lnTo>
                  <a:pt x="2103740" y="159959"/>
                </a:lnTo>
                <a:cubicBezTo>
                  <a:pt x="2103740" y="87250"/>
                  <a:pt x="2044562" y="28198"/>
                  <a:pt x="1971854" y="28198"/>
                </a:cubicBezTo>
                <a:lnTo>
                  <a:pt x="160085" y="28198"/>
                </a:lnTo>
                <a:cubicBezTo>
                  <a:pt x="87377" y="28198"/>
                  <a:pt x="28198" y="87250"/>
                  <a:pt x="28198" y="159959"/>
                </a:cubicBezTo>
                <a:lnTo>
                  <a:pt x="28198" y="846706"/>
                </a:lnTo>
                <a:lnTo>
                  <a:pt x="0" y="846706"/>
                </a:lnTo>
                <a:lnTo>
                  <a:pt x="0" y="159959"/>
                </a:lnTo>
                <a:cubicBezTo>
                  <a:pt x="0" y="71823"/>
                  <a:pt x="71823" y="0"/>
                  <a:pt x="160085" y="0"/>
                </a:cubicBezTo>
                <a:lnTo>
                  <a:pt x="1971854" y="0"/>
                </a:lnTo>
                <a:cubicBezTo>
                  <a:pt x="2060115" y="0"/>
                  <a:pt x="2131939" y="71697"/>
                  <a:pt x="2131939" y="159959"/>
                </a:cubicBezTo>
                <a:lnTo>
                  <a:pt x="2131939" y="846706"/>
                </a:lnTo>
                <a:lnTo>
                  <a:pt x="2131939" y="846706"/>
                </a:lnTo>
                <a:close/>
              </a:path>
            </a:pathLst>
          </a:custGeom>
          <a:solidFill>
            <a:srgbClr val="1B9EDB"/>
          </a:solidFill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2737946" y="1558846"/>
            <a:ext cx="1135678" cy="659474"/>
          </a:xfrm>
          <a:custGeom>
            <a:avLst/>
            <a:gdLst/>
            <a:ahLst/>
            <a:cxnLst/>
            <a:rect l="l" t="t" r="r" b="b"/>
            <a:pathLst>
              <a:path w="1147149" h="666135" extrusionOk="0">
                <a:moveTo>
                  <a:pt x="112793" y="666136"/>
                </a:moveTo>
                <a:lnTo>
                  <a:pt x="0" y="666136"/>
                </a:lnTo>
                <a:lnTo>
                  <a:pt x="0" y="202319"/>
                </a:lnTo>
                <a:cubicBezTo>
                  <a:pt x="0" y="90791"/>
                  <a:pt x="90791" y="0"/>
                  <a:pt x="202446" y="0"/>
                </a:cubicBezTo>
                <a:lnTo>
                  <a:pt x="1147150" y="0"/>
                </a:lnTo>
                <a:lnTo>
                  <a:pt x="1147150" y="112793"/>
                </a:lnTo>
                <a:lnTo>
                  <a:pt x="202446" y="112793"/>
                </a:lnTo>
                <a:cubicBezTo>
                  <a:pt x="153004" y="112793"/>
                  <a:pt x="112793" y="153004"/>
                  <a:pt x="112793" y="202319"/>
                </a:cubicBezTo>
                <a:lnTo>
                  <a:pt x="112793" y="666136"/>
                </a:lnTo>
                <a:lnTo>
                  <a:pt x="112793" y="666136"/>
                </a:lnTo>
                <a:close/>
              </a:path>
            </a:pathLst>
          </a:custGeom>
          <a:solidFill>
            <a:srgbClr val="1B9E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7082265" y="2650187"/>
            <a:ext cx="316968" cy="933379"/>
          </a:xfrm>
          <a:custGeom>
            <a:avLst/>
            <a:gdLst/>
            <a:ahLst/>
            <a:cxnLst/>
            <a:rect l="l" t="t" r="r" b="b"/>
            <a:pathLst>
              <a:path w="320170" h="942807" extrusionOk="0">
                <a:moveTo>
                  <a:pt x="28199" y="942807"/>
                </a:moveTo>
                <a:lnTo>
                  <a:pt x="0" y="942807"/>
                </a:lnTo>
                <a:lnTo>
                  <a:pt x="0" y="118357"/>
                </a:lnTo>
                <a:cubicBezTo>
                  <a:pt x="0" y="53109"/>
                  <a:pt x="53109" y="0"/>
                  <a:pt x="118484" y="0"/>
                </a:cubicBezTo>
                <a:lnTo>
                  <a:pt x="320170" y="0"/>
                </a:lnTo>
                <a:lnTo>
                  <a:pt x="320170" y="28198"/>
                </a:lnTo>
                <a:lnTo>
                  <a:pt x="118484" y="28198"/>
                </a:lnTo>
                <a:cubicBezTo>
                  <a:pt x="68789" y="28198"/>
                  <a:pt x="28199" y="68662"/>
                  <a:pt x="28199" y="118357"/>
                </a:cubicBezTo>
                <a:lnTo>
                  <a:pt x="28199" y="942807"/>
                </a:lnTo>
                <a:lnTo>
                  <a:pt x="28199" y="942807"/>
                </a:lnTo>
                <a:close/>
              </a:path>
            </a:pathLst>
          </a:custGeom>
          <a:solidFill>
            <a:srgbClr val="1B9EDB"/>
          </a:solidFill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7288207" y="2549470"/>
            <a:ext cx="141209" cy="228337"/>
          </a:xfrm>
          <a:custGeom>
            <a:avLst/>
            <a:gdLst/>
            <a:ahLst/>
            <a:cxnLst/>
            <a:rect l="l" t="t" r="r" b="b"/>
            <a:pathLst>
              <a:path w="142635" h="230643" extrusionOk="0">
                <a:moveTo>
                  <a:pt x="19094" y="230644"/>
                </a:moveTo>
                <a:lnTo>
                  <a:pt x="0" y="210033"/>
                </a:lnTo>
                <a:lnTo>
                  <a:pt x="101413" y="115322"/>
                </a:lnTo>
                <a:lnTo>
                  <a:pt x="0" y="20611"/>
                </a:lnTo>
                <a:lnTo>
                  <a:pt x="19094" y="0"/>
                </a:lnTo>
                <a:lnTo>
                  <a:pt x="142635" y="115322"/>
                </a:lnTo>
                <a:lnTo>
                  <a:pt x="19094" y="230644"/>
                </a:lnTo>
                <a:lnTo>
                  <a:pt x="19094" y="230644"/>
                </a:lnTo>
                <a:lnTo>
                  <a:pt x="19094" y="230644"/>
                </a:lnTo>
                <a:close/>
              </a:path>
            </a:pathLst>
          </a:custGeom>
          <a:solidFill>
            <a:srgbClr val="1B9EDB"/>
          </a:solidFill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4998795" y="2887696"/>
            <a:ext cx="1143189" cy="853886"/>
          </a:xfrm>
          <a:custGeom>
            <a:avLst/>
            <a:gdLst/>
            <a:ahLst/>
            <a:cxnLst/>
            <a:rect l="l" t="t" r="r" b="b"/>
            <a:pathLst>
              <a:path w="1154736" h="862511" extrusionOk="0">
                <a:moveTo>
                  <a:pt x="1154737" y="862386"/>
                </a:moveTo>
                <a:lnTo>
                  <a:pt x="160085" y="862386"/>
                </a:lnTo>
                <a:cubicBezTo>
                  <a:pt x="71823" y="862386"/>
                  <a:pt x="0" y="790689"/>
                  <a:pt x="0" y="702553"/>
                </a:cubicBezTo>
                <a:lnTo>
                  <a:pt x="0" y="0"/>
                </a:lnTo>
                <a:lnTo>
                  <a:pt x="28198" y="0"/>
                </a:lnTo>
                <a:lnTo>
                  <a:pt x="28198" y="702553"/>
                </a:lnTo>
                <a:cubicBezTo>
                  <a:pt x="28198" y="775135"/>
                  <a:pt x="87377" y="834314"/>
                  <a:pt x="160085" y="834314"/>
                </a:cubicBezTo>
                <a:lnTo>
                  <a:pt x="1154737" y="834314"/>
                </a:lnTo>
                <a:lnTo>
                  <a:pt x="1154737" y="862512"/>
                </a:lnTo>
                <a:lnTo>
                  <a:pt x="1154737" y="862512"/>
                </a:lnTo>
                <a:close/>
              </a:path>
            </a:pathLst>
          </a:custGeom>
          <a:solidFill>
            <a:srgbClr val="1B9EDB"/>
          </a:solidFill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6087324" y="3676205"/>
            <a:ext cx="105019" cy="105019"/>
          </a:xfrm>
          <a:custGeom>
            <a:avLst/>
            <a:gdLst/>
            <a:ahLst/>
            <a:cxnLst/>
            <a:rect l="l" t="t" r="r" b="b"/>
            <a:pathLst>
              <a:path w="106080" h="106080" extrusionOk="0">
                <a:moveTo>
                  <a:pt x="61512" y="690"/>
                </a:moveTo>
                <a:cubicBezTo>
                  <a:pt x="90469" y="5369"/>
                  <a:pt x="110069" y="32556"/>
                  <a:pt x="105390" y="61512"/>
                </a:cubicBezTo>
                <a:cubicBezTo>
                  <a:pt x="100712" y="90469"/>
                  <a:pt x="73525" y="110069"/>
                  <a:pt x="44568" y="105390"/>
                </a:cubicBezTo>
                <a:cubicBezTo>
                  <a:pt x="15611" y="100712"/>
                  <a:pt x="-3988" y="73525"/>
                  <a:pt x="690" y="44568"/>
                </a:cubicBezTo>
                <a:cubicBezTo>
                  <a:pt x="5369" y="15611"/>
                  <a:pt x="32555" y="-3988"/>
                  <a:pt x="61512" y="690"/>
                </a:cubicBezTo>
                <a:lnTo>
                  <a:pt x="61512" y="690"/>
                </a:lnTo>
                <a:close/>
              </a:path>
            </a:pathLst>
          </a:custGeom>
          <a:solidFill>
            <a:srgbClr val="1B9E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4998795" y="1600936"/>
            <a:ext cx="2110619" cy="838238"/>
          </a:xfrm>
          <a:custGeom>
            <a:avLst/>
            <a:gdLst/>
            <a:ahLst/>
            <a:cxnLst/>
            <a:rect l="l" t="t" r="r" b="b"/>
            <a:pathLst>
              <a:path w="2131938" h="846705" extrusionOk="0">
                <a:moveTo>
                  <a:pt x="2131939" y="846706"/>
                </a:moveTo>
                <a:lnTo>
                  <a:pt x="2103741" y="846706"/>
                </a:lnTo>
                <a:lnTo>
                  <a:pt x="2103741" y="159959"/>
                </a:lnTo>
                <a:cubicBezTo>
                  <a:pt x="2103741" y="87250"/>
                  <a:pt x="2044562" y="28198"/>
                  <a:pt x="1971854" y="28198"/>
                </a:cubicBezTo>
                <a:lnTo>
                  <a:pt x="160085" y="28198"/>
                </a:lnTo>
                <a:cubicBezTo>
                  <a:pt x="87377" y="28198"/>
                  <a:pt x="28198" y="87250"/>
                  <a:pt x="28198" y="159959"/>
                </a:cubicBezTo>
                <a:lnTo>
                  <a:pt x="28198" y="846706"/>
                </a:lnTo>
                <a:lnTo>
                  <a:pt x="0" y="846706"/>
                </a:lnTo>
                <a:lnTo>
                  <a:pt x="0" y="159959"/>
                </a:lnTo>
                <a:cubicBezTo>
                  <a:pt x="0" y="71823"/>
                  <a:pt x="71823" y="0"/>
                  <a:pt x="160085" y="0"/>
                </a:cubicBezTo>
                <a:lnTo>
                  <a:pt x="1971854" y="0"/>
                </a:lnTo>
                <a:cubicBezTo>
                  <a:pt x="2060115" y="0"/>
                  <a:pt x="2131939" y="71697"/>
                  <a:pt x="2131939" y="159959"/>
                </a:cubicBezTo>
                <a:lnTo>
                  <a:pt x="2131939" y="846706"/>
                </a:lnTo>
                <a:lnTo>
                  <a:pt x="2131939" y="846706"/>
                </a:lnTo>
                <a:close/>
              </a:path>
            </a:pathLst>
          </a:custGeom>
          <a:solidFill>
            <a:srgbClr val="1B9EDB"/>
          </a:solidFill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4956706" y="1558846"/>
            <a:ext cx="1134176" cy="659474"/>
          </a:xfrm>
          <a:custGeom>
            <a:avLst/>
            <a:gdLst/>
            <a:ahLst/>
            <a:cxnLst/>
            <a:rect l="l" t="t" r="r" b="b"/>
            <a:pathLst>
              <a:path w="1145632" h="666135" extrusionOk="0">
                <a:moveTo>
                  <a:pt x="112667" y="666136"/>
                </a:moveTo>
                <a:lnTo>
                  <a:pt x="0" y="666136"/>
                </a:lnTo>
                <a:lnTo>
                  <a:pt x="0" y="202319"/>
                </a:lnTo>
                <a:cubicBezTo>
                  <a:pt x="0" y="90791"/>
                  <a:pt x="90664" y="0"/>
                  <a:pt x="202193" y="0"/>
                </a:cubicBezTo>
                <a:lnTo>
                  <a:pt x="1145632" y="0"/>
                </a:lnTo>
                <a:lnTo>
                  <a:pt x="1145632" y="112793"/>
                </a:lnTo>
                <a:lnTo>
                  <a:pt x="202193" y="112793"/>
                </a:lnTo>
                <a:cubicBezTo>
                  <a:pt x="152877" y="112793"/>
                  <a:pt x="112667" y="153004"/>
                  <a:pt x="112667" y="202319"/>
                </a:cubicBezTo>
                <a:lnTo>
                  <a:pt x="112667" y="666136"/>
                </a:lnTo>
                <a:lnTo>
                  <a:pt x="112667" y="666136"/>
                </a:lnTo>
                <a:close/>
              </a:path>
            </a:pathLst>
          </a:custGeom>
          <a:solidFill>
            <a:srgbClr val="1B9E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5" name="Google Shape;275;p4"/>
          <p:cNvGrpSpPr/>
          <p:nvPr/>
        </p:nvGrpSpPr>
        <p:grpSpPr>
          <a:xfrm>
            <a:off x="7241607" y="1558846"/>
            <a:ext cx="2154121" cy="2222448"/>
            <a:chOff x="9395728" y="2391966"/>
            <a:chExt cx="2154121" cy="2222448"/>
          </a:xfrm>
        </p:grpSpPr>
        <p:sp>
          <p:nvSpPr>
            <p:cNvPr id="276" name="Google Shape;276;p4"/>
            <p:cNvSpPr/>
            <p:nvPr/>
          </p:nvSpPr>
          <p:spPr>
            <a:xfrm>
              <a:off x="9437819" y="3720816"/>
              <a:ext cx="1143953" cy="854457"/>
            </a:xfrm>
            <a:custGeom>
              <a:avLst/>
              <a:gdLst/>
              <a:ahLst/>
              <a:cxnLst/>
              <a:rect l="l" t="t" r="r" b="b"/>
              <a:pathLst>
                <a:path w="1154736" h="862511" extrusionOk="0">
                  <a:moveTo>
                    <a:pt x="1154737" y="862386"/>
                  </a:moveTo>
                  <a:lnTo>
                    <a:pt x="160085" y="862386"/>
                  </a:lnTo>
                  <a:cubicBezTo>
                    <a:pt x="71823" y="862386"/>
                    <a:pt x="0" y="790689"/>
                    <a:pt x="0" y="702553"/>
                  </a:cubicBezTo>
                  <a:lnTo>
                    <a:pt x="0" y="0"/>
                  </a:lnTo>
                  <a:lnTo>
                    <a:pt x="28198" y="0"/>
                  </a:lnTo>
                  <a:lnTo>
                    <a:pt x="28198" y="702553"/>
                  </a:lnTo>
                  <a:cubicBezTo>
                    <a:pt x="28198" y="775135"/>
                    <a:pt x="87376" y="834314"/>
                    <a:pt x="160085" y="834314"/>
                  </a:cubicBezTo>
                  <a:lnTo>
                    <a:pt x="1154737" y="834314"/>
                  </a:lnTo>
                  <a:lnTo>
                    <a:pt x="1154737" y="862512"/>
                  </a:lnTo>
                  <a:lnTo>
                    <a:pt x="1154737" y="862512"/>
                  </a:lnTo>
                  <a:close/>
                </a:path>
              </a:pathLst>
            </a:custGeom>
            <a:solidFill>
              <a:srgbClr val="1B9EDB"/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10526973" y="4509325"/>
              <a:ext cx="105089" cy="105089"/>
            </a:xfrm>
            <a:custGeom>
              <a:avLst/>
              <a:gdLst/>
              <a:ahLst/>
              <a:cxnLst/>
              <a:rect l="l" t="t" r="r" b="b"/>
              <a:pathLst>
                <a:path w="106080" h="106080" extrusionOk="0">
                  <a:moveTo>
                    <a:pt x="61512" y="690"/>
                  </a:moveTo>
                  <a:cubicBezTo>
                    <a:pt x="90469" y="5369"/>
                    <a:pt x="110069" y="32556"/>
                    <a:pt x="105390" y="61512"/>
                  </a:cubicBezTo>
                  <a:cubicBezTo>
                    <a:pt x="100711" y="90469"/>
                    <a:pt x="73525" y="110069"/>
                    <a:pt x="44568" y="105390"/>
                  </a:cubicBezTo>
                  <a:cubicBezTo>
                    <a:pt x="15611" y="100712"/>
                    <a:pt x="-3988" y="73525"/>
                    <a:pt x="690" y="44568"/>
                  </a:cubicBezTo>
                  <a:cubicBezTo>
                    <a:pt x="5369" y="15611"/>
                    <a:pt x="32555" y="-3988"/>
                    <a:pt x="61512" y="690"/>
                  </a:cubicBezTo>
                  <a:lnTo>
                    <a:pt x="61512" y="690"/>
                  </a:lnTo>
                  <a:close/>
                </a:path>
              </a:pathLst>
            </a:custGeom>
            <a:solidFill>
              <a:srgbClr val="1B9E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9437819" y="2434056"/>
              <a:ext cx="2112030" cy="2016325"/>
            </a:xfrm>
            <a:custGeom>
              <a:avLst/>
              <a:gdLst/>
              <a:ahLst/>
              <a:cxnLst/>
              <a:rect l="l" t="t" r="r" b="b"/>
              <a:pathLst>
                <a:path w="2131938" h="2035331" extrusionOk="0">
                  <a:moveTo>
                    <a:pt x="2131938" y="2035331"/>
                  </a:moveTo>
                  <a:lnTo>
                    <a:pt x="2103740" y="2035331"/>
                  </a:lnTo>
                  <a:lnTo>
                    <a:pt x="2103740" y="160085"/>
                  </a:lnTo>
                  <a:cubicBezTo>
                    <a:pt x="2103740" y="87377"/>
                    <a:pt x="2044562" y="28198"/>
                    <a:pt x="1971854" y="28198"/>
                  </a:cubicBezTo>
                  <a:lnTo>
                    <a:pt x="160085" y="28198"/>
                  </a:lnTo>
                  <a:cubicBezTo>
                    <a:pt x="87376" y="28198"/>
                    <a:pt x="28198" y="87377"/>
                    <a:pt x="28198" y="160085"/>
                  </a:cubicBezTo>
                  <a:lnTo>
                    <a:pt x="28198" y="848097"/>
                  </a:lnTo>
                  <a:lnTo>
                    <a:pt x="0" y="848097"/>
                  </a:lnTo>
                  <a:lnTo>
                    <a:pt x="0" y="160085"/>
                  </a:lnTo>
                  <a:cubicBezTo>
                    <a:pt x="0" y="71823"/>
                    <a:pt x="71823" y="0"/>
                    <a:pt x="160085" y="0"/>
                  </a:cubicBezTo>
                  <a:lnTo>
                    <a:pt x="1971854" y="0"/>
                  </a:lnTo>
                  <a:cubicBezTo>
                    <a:pt x="2060115" y="0"/>
                    <a:pt x="2131938" y="71823"/>
                    <a:pt x="2131938" y="160085"/>
                  </a:cubicBezTo>
                  <a:lnTo>
                    <a:pt x="2131938" y="2035331"/>
                  </a:lnTo>
                  <a:lnTo>
                    <a:pt x="2131938" y="2035331"/>
                  </a:lnTo>
                  <a:close/>
                </a:path>
              </a:pathLst>
            </a:custGeom>
            <a:solidFill>
              <a:srgbClr val="1B9EDB"/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9395728" y="2391966"/>
              <a:ext cx="1136437" cy="659915"/>
            </a:xfrm>
            <a:custGeom>
              <a:avLst/>
              <a:gdLst/>
              <a:ahLst/>
              <a:cxnLst/>
              <a:rect l="l" t="t" r="r" b="b"/>
              <a:pathLst>
                <a:path w="1147149" h="666135" extrusionOk="0">
                  <a:moveTo>
                    <a:pt x="112793" y="666136"/>
                  </a:moveTo>
                  <a:lnTo>
                    <a:pt x="0" y="666136"/>
                  </a:lnTo>
                  <a:lnTo>
                    <a:pt x="0" y="202319"/>
                  </a:lnTo>
                  <a:cubicBezTo>
                    <a:pt x="0" y="90791"/>
                    <a:pt x="90791" y="0"/>
                    <a:pt x="202445" y="0"/>
                  </a:cubicBezTo>
                  <a:lnTo>
                    <a:pt x="1147150" y="0"/>
                  </a:lnTo>
                  <a:lnTo>
                    <a:pt x="1147150" y="112793"/>
                  </a:lnTo>
                  <a:lnTo>
                    <a:pt x="202445" y="112793"/>
                  </a:lnTo>
                  <a:cubicBezTo>
                    <a:pt x="153004" y="112793"/>
                    <a:pt x="112793" y="153004"/>
                    <a:pt x="112793" y="202319"/>
                  </a:cubicBezTo>
                  <a:lnTo>
                    <a:pt x="112793" y="666136"/>
                  </a:lnTo>
                  <a:lnTo>
                    <a:pt x="112793" y="666136"/>
                  </a:lnTo>
                  <a:close/>
                </a:path>
              </a:pathLst>
            </a:custGeom>
            <a:solidFill>
              <a:srgbClr val="1B9E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" name="Google Shape;281;p4"/>
          <p:cNvSpPr txBox="1"/>
          <p:nvPr/>
        </p:nvSpPr>
        <p:spPr>
          <a:xfrm>
            <a:off x="2923896" y="2020528"/>
            <a:ext cx="18744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2A3979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dirty="0"/>
          </a:p>
        </p:txBody>
      </p:sp>
      <p:sp>
        <p:nvSpPr>
          <p:cNvPr id="282" name="Google Shape;282;p4"/>
          <p:cNvSpPr txBox="1"/>
          <p:nvPr/>
        </p:nvSpPr>
        <p:spPr>
          <a:xfrm>
            <a:off x="5109736" y="2397535"/>
            <a:ext cx="1866000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dirty="0">
                <a:latin typeface="Sora" pitchFamily="2" charset="0"/>
                <a:ea typeface="Times New Roman" panose="02020603050405020304" pitchFamily="18" charset="0"/>
                <a:cs typeface="Sora" pitchFamily="2" charset="0"/>
              </a:rPr>
              <a:t>V</a:t>
            </a:r>
            <a:r>
              <a:rPr lang="tr-TR" sz="1100" dirty="0">
                <a:effectLst/>
                <a:latin typeface="Sora" pitchFamily="2" charset="0"/>
                <a:ea typeface="Times New Roman" panose="02020603050405020304" pitchFamily="18" charset="0"/>
                <a:cs typeface="Sora" pitchFamily="2" charset="0"/>
              </a:rPr>
              <a:t>erilerin analizi</a:t>
            </a:r>
          </a:p>
          <a:p>
            <a:pPr algn="ctr"/>
            <a:r>
              <a:rPr lang="tr-TR" sz="1600" b="1" dirty="0">
                <a:solidFill>
                  <a:srgbClr val="2D287E"/>
                </a:solidFill>
                <a:latin typeface="Sora" pitchFamily="2" charset="0"/>
                <a:cs typeface="Sora" pitchFamily="2" charset="0"/>
                <a:sym typeface="Sora"/>
              </a:rPr>
              <a:t>1 dakika </a:t>
            </a:r>
            <a:endParaRPr sz="1600" b="1" dirty="0">
              <a:solidFill>
                <a:srgbClr val="2D287E"/>
              </a:solidFill>
              <a:latin typeface="Sora" pitchFamily="2" charset="0"/>
              <a:cs typeface="Sora" pitchFamily="2" charset="0"/>
              <a:sym typeface="Sora"/>
            </a:endParaRPr>
          </a:p>
        </p:txBody>
      </p:sp>
      <p:sp>
        <p:nvSpPr>
          <p:cNvPr id="7" name="Google Shape;316;g30b2498e371_0_5">
            <a:extLst>
              <a:ext uri="{FF2B5EF4-FFF2-40B4-BE49-F238E27FC236}">
                <a16:creationId xmlns:a16="http://schemas.microsoft.com/office/drawing/2014/main" id="{892FF752-A9CB-7455-B707-0520ACCF50BE}"/>
              </a:ext>
            </a:extLst>
          </p:cNvPr>
          <p:cNvSpPr/>
          <p:nvPr/>
        </p:nvSpPr>
        <p:spPr>
          <a:xfrm>
            <a:off x="693008" y="2059430"/>
            <a:ext cx="1731300" cy="1127100"/>
          </a:xfrm>
          <a:prstGeom prst="round2SameRect">
            <a:avLst>
              <a:gd name="adj1" fmla="val 7653"/>
              <a:gd name="adj2" fmla="val 0"/>
            </a:avLst>
          </a:prstGeom>
          <a:solidFill>
            <a:schemeClr val="l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050" dirty="0" err="1">
                <a:effectLst/>
                <a:latin typeface="Sora" pitchFamily="2" charset="0"/>
                <a:ea typeface="Times New Roman" panose="02020603050405020304" pitchFamily="18" charset="0"/>
                <a:cs typeface="Sora" pitchFamily="2" charset="0"/>
              </a:rPr>
              <a:t>Api</a:t>
            </a:r>
            <a:r>
              <a:rPr lang="tr-TR" sz="1050" dirty="0">
                <a:effectLst/>
                <a:latin typeface="Sora" pitchFamily="2" charset="0"/>
                <a:ea typeface="Times New Roman" panose="02020603050405020304" pitchFamily="18" charset="0"/>
                <a:cs typeface="Sora" pitchFamily="2" charset="0"/>
              </a:rPr>
              <a:t> Ekosistemi ile Yeni Nesil Verilere, </a:t>
            </a:r>
            <a:r>
              <a:rPr lang="tr-TR" sz="1050" dirty="0" err="1">
                <a:effectLst/>
                <a:latin typeface="Sora" pitchFamily="2" charset="0"/>
                <a:ea typeface="Times New Roman" panose="02020603050405020304" pitchFamily="18" charset="0"/>
                <a:cs typeface="Sora" pitchFamily="2" charset="0"/>
              </a:rPr>
              <a:t>Data’ya</a:t>
            </a:r>
            <a:r>
              <a:rPr lang="tr-TR" sz="1050" dirty="0">
                <a:effectLst/>
                <a:latin typeface="Sora" pitchFamily="2" charset="0"/>
                <a:ea typeface="Times New Roman" panose="02020603050405020304" pitchFamily="18" charset="0"/>
                <a:cs typeface="Sora" pitchFamily="2" charset="0"/>
              </a:rPr>
              <a:t> Hızlı Ulaşım(e-defter) </a:t>
            </a:r>
            <a:endParaRPr sz="1050" dirty="0">
              <a:latin typeface="Sora" pitchFamily="2" charset="0"/>
              <a:cs typeface="Sora" pitchFamily="2" charset="0"/>
            </a:endParaRPr>
          </a:p>
        </p:txBody>
      </p:sp>
      <p:sp>
        <p:nvSpPr>
          <p:cNvPr id="8" name="Google Shape;317;g30b2498e371_0_5">
            <a:extLst>
              <a:ext uri="{FF2B5EF4-FFF2-40B4-BE49-F238E27FC236}">
                <a16:creationId xmlns:a16="http://schemas.microsoft.com/office/drawing/2014/main" id="{6ACDC76D-5E6B-298D-E492-45F2C4D39E0A}"/>
              </a:ext>
            </a:extLst>
          </p:cNvPr>
          <p:cNvSpPr/>
          <p:nvPr/>
        </p:nvSpPr>
        <p:spPr>
          <a:xfrm>
            <a:off x="3057575" y="2059430"/>
            <a:ext cx="1731300" cy="1127100"/>
          </a:xfrm>
          <a:prstGeom prst="round2SameRect">
            <a:avLst>
              <a:gd name="adj1" fmla="val 6365"/>
              <a:gd name="adj2" fmla="val 0"/>
            </a:avLst>
          </a:prstGeom>
          <a:solidFill>
            <a:schemeClr val="l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050" dirty="0" err="1">
                <a:effectLst/>
                <a:latin typeface="Sora" pitchFamily="2" charset="0"/>
                <a:ea typeface="Times New Roman" panose="02020603050405020304" pitchFamily="18" charset="0"/>
                <a:cs typeface="Sora" pitchFamily="2" charset="0"/>
              </a:rPr>
              <a:t>Data’nın</a:t>
            </a:r>
            <a:r>
              <a:rPr lang="tr-TR" sz="1050" dirty="0">
                <a:effectLst/>
                <a:latin typeface="Sora" pitchFamily="2" charset="0"/>
                <a:ea typeface="Times New Roman" panose="02020603050405020304" pitchFamily="18" charset="0"/>
                <a:cs typeface="Sora" pitchFamily="2" charset="0"/>
              </a:rPr>
              <a:t> İşlenmesi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600" b="1" dirty="0">
                <a:solidFill>
                  <a:srgbClr val="2D287E"/>
                </a:solidFill>
                <a:effectLst/>
                <a:latin typeface="Sora" pitchFamily="2" charset="0"/>
                <a:ea typeface="Times New Roman" panose="02020603050405020304" pitchFamily="18" charset="0"/>
                <a:cs typeface="Sora" pitchFamily="2" charset="0"/>
              </a:rPr>
              <a:t> 30 saniye </a:t>
            </a:r>
            <a:endParaRPr sz="1600" b="1" dirty="0">
              <a:solidFill>
                <a:srgbClr val="2D287E"/>
              </a:solidFill>
              <a:latin typeface="Sora" pitchFamily="2" charset="0"/>
              <a:ea typeface="Sora"/>
              <a:cs typeface="Sora" pitchFamily="2" charset="0"/>
              <a:sym typeface="Sora"/>
            </a:endParaRPr>
          </a:p>
        </p:txBody>
      </p:sp>
      <p:sp>
        <p:nvSpPr>
          <p:cNvPr id="9" name="Google Shape;319;g30b2498e371_0_5">
            <a:extLst>
              <a:ext uri="{FF2B5EF4-FFF2-40B4-BE49-F238E27FC236}">
                <a16:creationId xmlns:a16="http://schemas.microsoft.com/office/drawing/2014/main" id="{CA991BA8-5F25-F95B-0CE8-68E181957720}"/>
              </a:ext>
            </a:extLst>
          </p:cNvPr>
          <p:cNvSpPr/>
          <p:nvPr/>
        </p:nvSpPr>
        <p:spPr>
          <a:xfrm>
            <a:off x="7389986" y="2135819"/>
            <a:ext cx="1731300" cy="1127100"/>
          </a:xfrm>
          <a:prstGeom prst="round2SameRect">
            <a:avLst>
              <a:gd name="adj1" fmla="val 8296"/>
              <a:gd name="adj2" fmla="val 0"/>
            </a:avLst>
          </a:prstGeom>
          <a:solidFill>
            <a:schemeClr val="l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tr-TR" sz="1050" dirty="0">
                <a:effectLst/>
                <a:latin typeface="Sora" pitchFamily="2" charset="0"/>
                <a:ea typeface="Times New Roman" panose="02020603050405020304" pitchFamily="18" charset="0"/>
                <a:cs typeface="Sora" pitchFamily="2" charset="0"/>
              </a:rPr>
              <a:t>AI Destekli Finansal Sağlık &amp; </a:t>
            </a:r>
            <a:r>
              <a:rPr lang="tr-TR" sz="1050" dirty="0">
                <a:latin typeface="Sora" pitchFamily="2" charset="0"/>
                <a:ea typeface="Times New Roman" panose="02020603050405020304" pitchFamily="18" charset="0"/>
                <a:cs typeface="Sora" pitchFamily="2" charset="0"/>
              </a:rPr>
              <a:t>N</a:t>
            </a:r>
            <a:r>
              <a:rPr lang="tr-TR" sz="1050" dirty="0">
                <a:effectLst/>
                <a:latin typeface="Sora" pitchFamily="2" charset="0"/>
                <a:ea typeface="Times New Roman" panose="02020603050405020304" pitchFamily="18" charset="0"/>
                <a:cs typeface="Sora" pitchFamily="2" charset="0"/>
              </a:rPr>
              <a:t>akit Risk &amp; Fırsat Raporlarının Oluşumu </a:t>
            </a:r>
            <a:endParaRPr sz="1050" dirty="0">
              <a:solidFill>
                <a:srgbClr val="2A3979"/>
              </a:solidFill>
              <a:latin typeface="Sora" pitchFamily="2" charset="0"/>
              <a:ea typeface="Sora"/>
              <a:cs typeface="Sora" pitchFamily="2" charset="0"/>
              <a:sym typeface="Sora"/>
            </a:endParaRPr>
          </a:p>
        </p:txBody>
      </p:sp>
      <p:grpSp>
        <p:nvGrpSpPr>
          <p:cNvPr id="10" name="Google Shape;275;p4">
            <a:extLst>
              <a:ext uri="{FF2B5EF4-FFF2-40B4-BE49-F238E27FC236}">
                <a16:creationId xmlns:a16="http://schemas.microsoft.com/office/drawing/2014/main" id="{F59853EC-A1B5-45B1-0BC7-9FACF12BB015}"/>
              </a:ext>
            </a:extLst>
          </p:cNvPr>
          <p:cNvGrpSpPr/>
          <p:nvPr/>
        </p:nvGrpSpPr>
        <p:grpSpPr>
          <a:xfrm>
            <a:off x="9521699" y="1482438"/>
            <a:ext cx="2154121" cy="2222448"/>
            <a:chOff x="9395728" y="2391966"/>
            <a:chExt cx="2154121" cy="2222448"/>
          </a:xfrm>
        </p:grpSpPr>
        <p:sp>
          <p:nvSpPr>
            <p:cNvPr id="11" name="Google Shape;276;p4">
              <a:extLst>
                <a:ext uri="{FF2B5EF4-FFF2-40B4-BE49-F238E27FC236}">
                  <a16:creationId xmlns:a16="http://schemas.microsoft.com/office/drawing/2014/main" id="{3FD952DA-E7DF-7B4A-1738-5563C487B4D7}"/>
                </a:ext>
              </a:extLst>
            </p:cNvPr>
            <p:cNvSpPr/>
            <p:nvPr/>
          </p:nvSpPr>
          <p:spPr>
            <a:xfrm>
              <a:off x="9437819" y="3720816"/>
              <a:ext cx="1143953" cy="854457"/>
            </a:xfrm>
            <a:custGeom>
              <a:avLst/>
              <a:gdLst/>
              <a:ahLst/>
              <a:cxnLst/>
              <a:rect l="l" t="t" r="r" b="b"/>
              <a:pathLst>
                <a:path w="1154736" h="862511" extrusionOk="0">
                  <a:moveTo>
                    <a:pt x="1154737" y="862386"/>
                  </a:moveTo>
                  <a:lnTo>
                    <a:pt x="160085" y="862386"/>
                  </a:lnTo>
                  <a:cubicBezTo>
                    <a:pt x="71823" y="862386"/>
                    <a:pt x="0" y="790689"/>
                    <a:pt x="0" y="702553"/>
                  </a:cubicBezTo>
                  <a:lnTo>
                    <a:pt x="0" y="0"/>
                  </a:lnTo>
                  <a:lnTo>
                    <a:pt x="28198" y="0"/>
                  </a:lnTo>
                  <a:lnTo>
                    <a:pt x="28198" y="702553"/>
                  </a:lnTo>
                  <a:cubicBezTo>
                    <a:pt x="28198" y="775135"/>
                    <a:pt x="87376" y="834314"/>
                    <a:pt x="160085" y="834314"/>
                  </a:cubicBezTo>
                  <a:lnTo>
                    <a:pt x="1154737" y="834314"/>
                  </a:lnTo>
                  <a:lnTo>
                    <a:pt x="1154737" y="862512"/>
                  </a:lnTo>
                  <a:lnTo>
                    <a:pt x="1154737" y="862512"/>
                  </a:lnTo>
                  <a:close/>
                </a:path>
              </a:pathLst>
            </a:custGeom>
            <a:solidFill>
              <a:srgbClr val="1B9EDB"/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77;p4">
              <a:extLst>
                <a:ext uri="{FF2B5EF4-FFF2-40B4-BE49-F238E27FC236}">
                  <a16:creationId xmlns:a16="http://schemas.microsoft.com/office/drawing/2014/main" id="{7FA8F99B-1097-B278-55B4-164BF2D5FBB2}"/>
                </a:ext>
              </a:extLst>
            </p:cNvPr>
            <p:cNvSpPr/>
            <p:nvPr/>
          </p:nvSpPr>
          <p:spPr>
            <a:xfrm>
              <a:off x="10526973" y="4509325"/>
              <a:ext cx="105089" cy="105089"/>
            </a:xfrm>
            <a:custGeom>
              <a:avLst/>
              <a:gdLst/>
              <a:ahLst/>
              <a:cxnLst/>
              <a:rect l="l" t="t" r="r" b="b"/>
              <a:pathLst>
                <a:path w="106080" h="106080" extrusionOk="0">
                  <a:moveTo>
                    <a:pt x="61512" y="690"/>
                  </a:moveTo>
                  <a:cubicBezTo>
                    <a:pt x="90469" y="5369"/>
                    <a:pt x="110069" y="32556"/>
                    <a:pt x="105390" y="61512"/>
                  </a:cubicBezTo>
                  <a:cubicBezTo>
                    <a:pt x="100711" y="90469"/>
                    <a:pt x="73525" y="110069"/>
                    <a:pt x="44568" y="105390"/>
                  </a:cubicBezTo>
                  <a:cubicBezTo>
                    <a:pt x="15611" y="100712"/>
                    <a:pt x="-3988" y="73525"/>
                    <a:pt x="690" y="44568"/>
                  </a:cubicBezTo>
                  <a:cubicBezTo>
                    <a:pt x="5369" y="15611"/>
                    <a:pt x="32555" y="-3988"/>
                    <a:pt x="61512" y="690"/>
                  </a:cubicBezTo>
                  <a:lnTo>
                    <a:pt x="61512" y="690"/>
                  </a:lnTo>
                  <a:close/>
                </a:path>
              </a:pathLst>
            </a:custGeom>
            <a:solidFill>
              <a:srgbClr val="1B9E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8;p4">
              <a:extLst>
                <a:ext uri="{FF2B5EF4-FFF2-40B4-BE49-F238E27FC236}">
                  <a16:creationId xmlns:a16="http://schemas.microsoft.com/office/drawing/2014/main" id="{501944C1-3903-8D61-C14B-5537802BCCE5}"/>
                </a:ext>
              </a:extLst>
            </p:cNvPr>
            <p:cNvSpPr/>
            <p:nvPr/>
          </p:nvSpPr>
          <p:spPr>
            <a:xfrm>
              <a:off x="9437819" y="2434056"/>
              <a:ext cx="2112030" cy="2016325"/>
            </a:xfrm>
            <a:custGeom>
              <a:avLst/>
              <a:gdLst/>
              <a:ahLst/>
              <a:cxnLst/>
              <a:rect l="l" t="t" r="r" b="b"/>
              <a:pathLst>
                <a:path w="2131938" h="2035331" extrusionOk="0">
                  <a:moveTo>
                    <a:pt x="2131938" y="2035331"/>
                  </a:moveTo>
                  <a:lnTo>
                    <a:pt x="2103740" y="2035331"/>
                  </a:lnTo>
                  <a:lnTo>
                    <a:pt x="2103740" y="160085"/>
                  </a:lnTo>
                  <a:cubicBezTo>
                    <a:pt x="2103740" y="87377"/>
                    <a:pt x="2044562" y="28198"/>
                    <a:pt x="1971854" y="28198"/>
                  </a:cubicBezTo>
                  <a:lnTo>
                    <a:pt x="160085" y="28198"/>
                  </a:lnTo>
                  <a:cubicBezTo>
                    <a:pt x="87376" y="28198"/>
                    <a:pt x="28198" y="87377"/>
                    <a:pt x="28198" y="160085"/>
                  </a:cubicBezTo>
                  <a:lnTo>
                    <a:pt x="28198" y="848097"/>
                  </a:lnTo>
                  <a:lnTo>
                    <a:pt x="0" y="848097"/>
                  </a:lnTo>
                  <a:lnTo>
                    <a:pt x="0" y="160085"/>
                  </a:lnTo>
                  <a:cubicBezTo>
                    <a:pt x="0" y="71823"/>
                    <a:pt x="71823" y="0"/>
                    <a:pt x="160085" y="0"/>
                  </a:cubicBezTo>
                  <a:lnTo>
                    <a:pt x="1971854" y="0"/>
                  </a:lnTo>
                  <a:cubicBezTo>
                    <a:pt x="2060115" y="0"/>
                    <a:pt x="2131938" y="71823"/>
                    <a:pt x="2131938" y="160085"/>
                  </a:cubicBezTo>
                  <a:lnTo>
                    <a:pt x="2131938" y="2035331"/>
                  </a:lnTo>
                  <a:lnTo>
                    <a:pt x="2131938" y="2035331"/>
                  </a:lnTo>
                  <a:close/>
                </a:path>
              </a:pathLst>
            </a:custGeom>
            <a:solidFill>
              <a:srgbClr val="1B9EDB"/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9;p4">
              <a:extLst>
                <a:ext uri="{FF2B5EF4-FFF2-40B4-BE49-F238E27FC236}">
                  <a16:creationId xmlns:a16="http://schemas.microsoft.com/office/drawing/2014/main" id="{990F7AD0-07C8-4418-672C-914E80C66373}"/>
                </a:ext>
              </a:extLst>
            </p:cNvPr>
            <p:cNvSpPr/>
            <p:nvPr/>
          </p:nvSpPr>
          <p:spPr>
            <a:xfrm>
              <a:off x="9395728" y="2391966"/>
              <a:ext cx="1136437" cy="659915"/>
            </a:xfrm>
            <a:custGeom>
              <a:avLst/>
              <a:gdLst/>
              <a:ahLst/>
              <a:cxnLst/>
              <a:rect l="l" t="t" r="r" b="b"/>
              <a:pathLst>
                <a:path w="1147149" h="666135" extrusionOk="0">
                  <a:moveTo>
                    <a:pt x="112793" y="666136"/>
                  </a:moveTo>
                  <a:lnTo>
                    <a:pt x="0" y="666136"/>
                  </a:lnTo>
                  <a:lnTo>
                    <a:pt x="0" y="202319"/>
                  </a:lnTo>
                  <a:cubicBezTo>
                    <a:pt x="0" y="90791"/>
                    <a:pt x="90791" y="0"/>
                    <a:pt x="202445" y="0"/>
                  </a:cubicBezTo>
                  <a:lnTo>
                    <a:pt x="1147150" y="0"/>
                  </a:lnTo>
                  <a:lnTo>
                    <a:pt x="1147150" y="112793"/>
                  </a:lnTo>
                  <a:lnTo>
                    <a:pt x="202445" y="112793"/>
                  </a:lnTo>
                  <a:cubicBezTo>
                    <a:pt x="153004" y="112793"/>
                    <a:pt x="112793" y="153004"/>
                    <a:pt x="112793" y="202319"/>
                  </a:cubicBezTo>
                  <a:lnTo>
                    <a:pt x="112793" y="666136"/>
                  </a:lnTo>
                  <a:lnTo>
                    <a:pt x="112793" y="666136"/>
                  </a:lnTo>
                  <a:close/>
                </a:path>
              </a:pathLst>
            </a:custGeom>
            <a:solidFill>
              <a:srgbClr val="1B9E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" name="Google Shape;320;g30b2498e371_0_5">
            <a:extLst>
              <a:ext uri="{FF2B5EF4-FFF2-40B4-BE49-F238E27FC236}">
                <a16:creationId xmlns:a16="http://schemas.microsoft.com/office/drawing/2014/main" id="{C8D02C30-D0F6-6E1B-0F13-F04CBF8229F1}"/>
              </a:ext>
            </a:extLst>
          </p:cNvPr>
          <p:cNvSpPr/>
          <p:nvPr/>
        </p:nvSpPr>
        <p:spPr>
          <a:xfrm>
            <a:off x="9754155" y="2107666"/>
            <a:ext cx="1731300" cy="1127100"/>
          </a:xfrm>
          <a:prstGeom prst="round2SameRect">
            <a:avLst>
              <a:gd name="adj1" fmla="val 9584"/>
              <a:gd name="adj2" fmla="val 0"/>
            </a:avLst>
          </a:prstGeom>
          <a:solidFill>
            <a:schemeClr val="l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tr-TR" sz="1050" dirty="0">
                <a:effectLst/>
                <a:latin typeface="Sora" pitchFamily="2" charset="0"/>
                <a:ea typeface="Times New Roman" panose="02020603050405020304" pitchFamily="18" charset="0"/>
                <a:cs typeface="Sora" pitchFamily="2" charset="0"/>
              </a:rPr>
              <a:t>Müşteri Adayının İhtiyacına Göre Finansal Talebin başlatılması &amp; </a:t>
            </a:r>
            <a:r>
              <a:rPr lang="tr-TR" sz="1050" dirty="0">
                <a:latin typeface="Sora" pitchFamily="2" charset="0"/>
                <a:ea typeface="Times New Roman" panose="02020603050405020304" pitchFamily="18" charset="0"/>
                <a:cs typeface="Sora" pitchFamily="2" charset="0"/>
              </a:rPr>
              <a:t>finalize olması</a:t>
            </a:r>
            <a:endParaRPr sz="1050" dirty="0">
              <a:solidFill>
                <a:srgbClr val="2A3979"/>
              </a:solidFill>
              <a:latin typeface="Sora" pitchFamily="2" charset="0"/>
              <a:ea typeface="Sora"/>
              <a:cs typeface="Sora" pitchFamily="2" charset="0"/>
              <a:sym typeface="Sora"/>
            </a:endParaRPr>
          </a:p>
        </p:txBody>
      </p:sp>
      <p:pic>
        <p:nvPicPr>
          <p:cNvPr id="18" name="Google Shape;235;p3">
            <a:extLst>
              <a:ext uri="{FF2B5EF4-FFF2-40B4-BE49-F238E27FC236}">
                <a16:creationId xmlns:a16="http://schemas.microsoft.com/office/drawing/2014/main" id="{8A6FD4F9-736F-388A-6DFD-C6F11E62B818}"/>
              </a:ext>
            </a:extLst>
          </p:cNvPr>
          <p:cNvPicPr preferRelativeResize="0"/>
          <p:nvPr/>
        </p:nvPicPr>
        <p:blipFill rotWithShape="1">
          <a:blip r:embed="rId7">
            <a:alphaModFix/>
            <a:biLevel thresh="25000"/>
          </a:blip>
          <a:srcRect/>
          <a:stretch/>
        </p:blipFill>
        <p:spPr>
          <a:xfrm>
            <a:off x="10267844" y="6351786"/>
            <a:ext cx="1099912" cy="265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>
            <a:extLst>
              <a:ext uri="{FF2B5EF4-FFF2-40B4-BE49-F238E27FC236}">
                <a16:creationId xmlns:a16="http://schemas.microsoft.com/office/drawing/2014/main" id="{88693AA9-37E8-D3E3-D42C-FBAF28A4B370}"/>
              </a:ext>
            </a:extLst>
          </p:cNvPr>
          <p:cNvSpPr/>
          <p:nvPr/>
        </p:nvSpPr>
        <p:spPr>
          <a:xfrm>
            <a:off x="10328562" y="2316480"/>
            <a:ext cx="1437049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0089CF"/>
                </a:solidFill>
                <a:latin typeface="Sora" pitchFamily="2" charset="0"/>
                <a:cs typeface="Sora" pitchFamily="2" charset="0"/>
              </a:rPr>
              <a:t>✓</a:t>
            </a:r>
            <a:endParaRPr lang="en-US" sz="1600" b="1" dirty="0">
              <a:solidFill>
                <a:srgbClr val="0089CF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16" name="Dikdörtgen: Üst Köşeleri Yuvarlatılmış 15">
            <a:extLst>
              <a:ext uri="{FF2B5EF4-FFF2-40B4-BE49-F238E27FC236}">
                <a16:creationId xmlns:a16="http://schemas.microsoft.com/office/drawing/2014/main" id="{7A917345-7C47-3BE1-CF69-D5C2540719F9}"/>
              </a:ext>
            </a:extLst>
          </p:cNvPr>
          <p:cNvSpPr/>
          <p:nvPr/>
        </p:nvSpPr>
        <p:spPr>
          <a:xfrm>
            <a:off x="10328562" y="1584960"/>
            <a:ext cx="1437049" cy="751840"/>
          </a:xfrm>
          <a:prstGeom prst="round2SameRect">
            <a:avLst>
              <a:gd name="adj1" fmla="val 12745"/>
              <a:gd name="adj2" fmla="val 0"/>
            </a:avLst>
          </a:prstGeom>
          <a:solidFill>
            <a:srgbClr val="2D28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100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Zengin Finansal Enstrüman başvuru seçeneği </a:t>
            </a:r>
            <a:endParaRPr lang="en-US" sz="1100" dirty="0">
              <a:solidFill>
                <a:schemeClr val="bg1"/>
              </a:solidFill>
              <a:latin typeface="Sora" pitchFamily="2" charset="0"/>
              <a:ea typeface="Source Sans Pro" panose="020B0503030403020204" pitchFamily="34" charset="0"/>
              <a:cs typeface="Sora" pitchFamily="2" charset="0"/>
            </a:endParaRP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A95CBBEF-8596-FCA4-B1F9-615A27462B72}"/>
              </a:ext>
            </a:extLst>
          </p:cNvPr>
          <p:cNvSpPr/>
          <p:nvPr/>
        </p:nvSpPr>
        <p:spPr>
          <a:xfrm>
            <a:off x="2415695" y="2316480"/>
            <a:ext cx="1437049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0089CF"/>
                </a:solidFill>
                <a:latin typeface="Sora" pitchFamily="2" charset="0"/>
                <a:cs typeface="Sora" pitchFamily="2" charset="0"/>
              </a:rPr>
              <a:t>✓</a:t>
            </a:r>
            <a:endParaRPr lang="en-US" sz="1600" b="1" dirty="0">
              <a:solidFill>
                <a:srgbClr val="0089CF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AA12BAD0-A9E8-AE94-1517-E8DD647287E5}"/>
              </a:ext>
            </a:extLst>
          </p:cNvPr>
          <p:cNvSpPr/>
          <p:nvPr/>
        </p:nvSpPr>
        <p:spPr>
          <a:xfrm>
            <a:off x="3998268" y="2316480"/>
            <a:ext cx="1437049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0089CF"/>
                </a:solidFill>
                <a:latin typeface="Sora" pitchFamily="2" charset="0"/>
                <a:cs typeface="Sora" pitchFamily="2" charset="0"/>
              </a:rPr>
              <a:t>✓</a:t>
            </a:r>
            <a:endParaRPr lang="en-US" sz="1600" b="1" dirty="0">
              <a:solidFill>
                <a:srgbClr val="0089CF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048AD77-B48A-EB3F-4590-3AE1AAE2D933}"/>
              </a:ext>
            </a:extLst>
          </p:cNvPr>
          <p:cNvSpPr/>
          <p:nvPr/>
        </p:nvSpPr>
        <p:spPr>
          <a:xfrm>
            <a:off x="5580841" y="2316480"/>
            <a:ext cx="1437049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0089CF"/>
                </a:solidFill>
                <a:latin typeface="Sora" pitchFamily="2" charset="0"/>
                <a:cs typeface="Sora" pitchFamily="2" charset="0"/>
              </a:rPr>
              <a:t>✓</a:t>
            </a:r>
            <a:endParaRPr lang="en-US" sz="1600" b="1" dirty="0">
              <a:solidFill>
                <a:srgbClr val="0089CF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5142406A-D7F8-CCC7-0168-32E964512FB5}"/>
              </a:ext>
            </a:extLst>
          </p:cNvPr>
          <p:cNvSpPr/>
          <p:nvPr/>
        </p:nvSpPr>
        <p:spPr>
          <a:xfrm>
            <a:off x="7163415" y="2316480"/>
            <a:ext cx="1437049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0089CF"/>
                </a:solidFill>
                <a:latin typeface="Sora" pitchFamily="2" charset="0"/>
                <a:cs typeface="Sora" pitchFamily="2" charset="0"/>
              </a:rPr>
              <a:t>✓</a:t>
            </a:r>
            <a:endParaRPr lang="en-US" sz="1600" b="1" dirty="0">
              <a:solidFill>
                <a:srgbClr val="0089CF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93090D67-DB23-E861-8EB1-FCE3832553E3}"/>
              </a:ext>
            </a:extLst>
          </p:cNvPr>
          <p:cNvSpPr/>
          <p:nvPr/>
        </p:nvSpPr>
        <p:spPr>
          <a:xfrm>
            <a:off x="8745989" y="2316480"/>
            <a:ext cx="1437049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0089CF"/>
                </a:solidFill>
                <a:latin typeface="Sora" pitchFamily="2" charset="0"/>
                <a:cs typeface="Sora" pitchFamily="2" charset="0"/>
              </a:rPr>
              <a:t>Strong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6C40125A-8C86-915C-8921-8F4C8691F08F}"/>
              </a:ext>
            </a:extLst>
          </p:cNvPr>
          <p:cNvSpPr/>
          <p:nvPr/>
        </p:nvSpPr>
        <p:spPr>
          <a:xfrm>
            <a:off x="833121" y="2316480"/>
            <a:ext cx="1437049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0089CF"/>
                </a:solidFill>
                <a:latin typeface="Sora" pitchFamily="2" charset="0"/>
                <a:cs typeface="Sora" pitchFamily="2" charset="0"/>
              </a:rPr>
              <a:t>✓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2463761F-3076-FB44-AE6A-E1AC4EEB1C79}"/>
              </a:ext>
            </a:extLst>
          </p:cNvPr>
          <p:cNvSpPr txBox="1"/>
          <p:nvPr/>
        </p:nvSpPr>
        <p:spPr>
          <a:xfrm>
            <a:off x="588013" y="368399"/>
            <a:ext cx="8161279" cy="55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3600" b="1" dirty="0">
                <a:solidFill>
                  <a:srgbClr val="002060"/>
                </a:solidFill>
                <a:latin typeface="Sora"/>
                <a:cs typeface="Sora"/>
              </a:rPr>
              <a:t>Neden Biz?</a:t>
            </a:r>
            <a:endParaRPr lang="en-US" sz="3600" b="1" dirty="0">
              <a:solidFill>
                <a:srgbClr val="002060"/>
              </a:solidFill>
              <a:latin typeface="Sora"/>
              <a:cs typeface="Sora"/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20031696-B42A-DDF2-3700-4704EC764C77}"/>
              </a:ext>
            </a:extLst>
          </p:cNvPr>
          <p:cNvSpPr/>
          <p:nvPr/>
        </p:nvSpPr>
        <p:spPr>
          <a:xfrm>
            <a:off x="840583" y="1555424"/>
            <a:ext cx="1437049" cy="751840"/>
          </a:xfrm>
          <a:prstGeom prst="round2SameRect">
            <a:avLst>
              <a:gd name="adj1" fmla="val 12745"/>
              <a:gd name="adj2" fmla="val 0"/>
            </a:avLst>
          </a:prstGeom>
          <a:solidFill>
            <a:srgbClr val="2D28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100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E-Defter &amp;Mizan &amp; BDR Ve Beyanname Analizi</a:t>
            </a:r>
            <a:endParaRPr lang="en-US" sz="1100" dirty="0">
              <a:solidFill>
                <a:schemeClr val="bg1"/>
              </a:solidFill>
              <a:latin typeface="Sora" pitchFamily="2" charset="0"/>
              <a:ea typeface="Source Sans Pro" panose="020B0503030403020204" pitchFamily="34" charset="0"/>
              <a:cs typeface="Sora" pitchFamily="2" charset="0"/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23771FFE-52E8-5B52-D1F6-4CA96F4F7717}"/>
              </a:ext>
            </a:extLst>
          </p:cNvPr>
          <p:cNvSpPr/>
          <p:nvPr/>
        </p:nvSpPr>
        <p:spPr>
          <a:xfrm>
            <a:off x="3998267" y="1564640"/>
            <a:ext cx="1437049" cy="751840"/>
          </a:xfrm>
          <a:prstGeom prst="round2SameRect">
            <a:avLst>
              <a:gd name="adj1" fmla="val 12745"/>
              <a:gd name="adj2" fmla="val 0"/>
            </a:avLst>
          </a:prstGeom>
          <a:solidFill>
            <a:srgbClr val="2D28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100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Sektörel Analiz &amp;Skorlama</a:t>
            </a: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42776F16-287D-06C0-A9C4-F30AECFADC12}"/>
              </a:ext>
            </a:extLst>
          </p:cNvPr>
          <p:cNvSpPr/>
          <p:nvPr/>
        </p:nvSpPr>
        <p:spPr>
          <a:xfrm>
            <a:off x="2430616" y="1544083"/>
            <a:ext cx="1437049" cy="751840"/>
          </a:xfrm>
          <a:prstGeom prst="round2SameRect">
            <a:avLst>
              <a:gd name="adj1" fmla="val 12745"/>
              <a:gd name="adj2" fmla="val 0"/>
            </a:avLst>
          </a:prstGeom>
          <a:solidFill>
            <a:srgbClr val="2D28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100" dirty="0">
                <a:solidFill>
                  <a:schemeClr val="bg1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API Ekosistemi ile Temiz Data &amp; Hızlı Ulaşım </a:t>
            </a:r>
            <a:endParaRPr lang="en-US" sz="1100" dirty="0">
              <a:solidFill>
                <a:schemeClr val="bg1"/>
              </a:solidFill>
              <a:latin typeface="Sora" pitchFamily="2" charset="0"/>
              <a:ea typeface="Source Sans Pro" panose="020B0503030403020204" pitchFamily="34" charset="0"/>
              <a:cs typeface="Sora" pitchFamily="2" charset="0"/>
            </a:endParaRPr>
          </a:p>
        </p:txBody>
      </p:sp>
      <p:sp>
        <p:nvSpPr>
          <p:cNvPr id="13" name="Dikdörtgen: Üst Köşeleri Yuvarlatılmış 12">
            <a:extLst>
              <a:ext uri="{FF2B5EF4-FFF2-40B4-BE49-F238E27FC236}">
                <a16:creationId xmlns:a16="http://schemas.microsoft.com/office/drawing/2014/main" id="{F3BC07E7-E7F7-D06F-5C56-ABB4AAC2E798}"/>
              </a:ext>
            </a:extLst>
          </p:cNvPr>
          <p:cNvSpPr/>
          <p:nvPr/>
        </p:nvSpPr>
        <p:spPr>
          <a:xfrm>
            <a:off x="5580841" y="1544083"/>
            <a:ext cx="1437049" cy="751840"/>
          </a:xfrm>
          <a:prstGeom prst="round2SameRect">
            <a:avLst>
              <a:gd name="adj1" fmla="val 12745"/>
              <a:gd name="adj2" fmla="val 0"/>
            </a:avLst>
          </a:prstGeom>
          <a:solidFill>
            <a:srgbClr val="2D28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100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Algoritma 2000 + </a:t>
            </a:r>
          </a:p>
        </p:txBody>
      </p:sp>
      <p:sp>
        <p:nvSpPr>
          <p:cNvPr id="14" name="Dikdörtgen: Üst Köşeleri Yuvarlatılmış 13">
            <a:extLst>
              <a:ext uri="{FF2B5EF4-FFF2-40B4-BE49-F238E27FC236}">
                <a16:creationId xmlns:a16="http://schemas.microsoft.com/office/drawing/2014/main" id="{2903967F-B90D-2D30-78CE-4FC8711754C3}"/>
              </a:ext>
            </a:extLst>
          </p:cNvPr>
          <p:cNvSpPr/>
          <p:nvPr/>
        </p:nvSpPr>
        <p:spPr>
          <a:xfrm>
            <a:off x="7163415" y="1584960"/>
            <a:ext cx="1437049" cy="751840"/>
          </a:xfrm>
          <a:prstGeom prst="round2SameRect">
            <a:avLst>
              <a:gd name="adj1" fmla="val 12745"/>
              <a:gd name="adj2" fmla="val 0"/>
            </a:avLst>
          </a:prstGeom>
          <a:solidFill>
            <a:srgbClr val="2D28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100" dirty="0">
                <a:solidFill>
                  <a:schemeClr val="bg1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Regülasyon Uyum </a:t>
            </a:r>
            <a:r>
              <a:rPr lang="tr-TR" sz="1100" dirty="0" err="1">
                <a:solidFill>
                  <a:schemeClr val="bg1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UFRS&amp;Local</a:t>
            </a:r>
            <a:r>
              <a:rPr lang="tr-TR" sz="1100" dirty="0">
                <a:solidFill>
                  <a:schemeClr val="bg1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 </a:t>
            </a:r>
            <a:endParaRPr lang="en-US" sz="1100" dirty="0">
              <a:solidFill>
                <a:schemeClr val="bg1"/>
              </a:solidFill>
              <a:latin typeface="Sora" pitchFamily="2" charset="0"/>
              <a:ea typeface="Source Sans Pro" panose="020B0503030403020204" pitchFamily="34" charset="0"/>
              <a:cs typeface="Sora" pitchFamily="2" charset="0"/>
            </a:endParaRPr>
          </a:p>
        </p:txBody>
      </p:sp>
      <p:sp>
        <p:nvSpPr>
          <p:cNvPr id="15" name="Dikdörtgen: Üst Köşeleri Yuvarlatılmış 14">
            <a:extLst>
              <a:ext uri="{FF2B5EF4-FFF2-40B4-BE49-F238E27FC236}">
                <a16:creationId xmlns:a16="http://schemas.microsoft.com/office/drawing/2014/main" id="{B5D07CB1-AF46-677F-1138-16555D516E67}"/>
              </a:ext>
            </a:extLst>
          </p:cNvPr>
          <p:cNvSpPr/>
          <p:nvPr/>
        </p:nvSpPr>
        <p:spPr>
          <a:xfrm>
            <a:off x="8745989" y="1584960"/>
            <a:ext cx="1437049" cy="751840"/>
          </a:xfrm>
          <a:prstGeom prst="round2SameRect">
            <a:avLst>
              <a:gd name="adj1" fmla="val 12745"/>
              <a:gd name="adj2" fmla="val 0"/>
            </a:avLst>
          </a:prstGeom>
          <a:solidFill>
            <a:srgbClr val="2D28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100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Finansal Sağlık &amp;Nakit Akış risk ve fırsat raporları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1C3F5F72-66A4-A369-7F26-5AE0A9C4D955}"/>
              </a:ext>
            </a:extLst>
          </p:cNvPr>
          <p:cNvSpPr/>
          <p:nvPr/>
        </p:nvSpPr>
        <p:spPr>
          <a:xfrm>
            <a:off x="7163415" y="2326640"/>
            <a:ext cx="1437049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0089CF"/>
                </a:solidFill>
                <a:latin typeface="Sora" pitchFamily="2" charset="0"/>
                <a:cs typeface="Sora" pitchFamily="2" charset="0"/>
              </a:rPr>
              <a:t>Strong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0EFDD88F-DDF0-C2C7-26E9-559200105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57370" y="3362807"/>
            <a:ext cx="6024856" cy="3232387"/>
          </a:xfrm>
          <a:prstGeom prst="rect">
            <a:avLst/>
          </a:prstGeom>
        </p:spPr>
      </p:pic>
      <p:pic>
        <p:nvPicPr>
          <p:cNvPr id="11" name="Google Shape;235;p3">
            <a:extLst>
              <a:ext uri="{FF2B5EF4-FFF2-40B4-BE49-F238E27FC236}">
                <a16:creationId xmlns:a16="http://schemas.microsoft.com/office/drawing/2014/main" id="{66318776-5DBF-C3FD-CC2F-10A8E6A0D2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67844" y="6351786"/>
            <a:ext cx="1099912" cy="265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36;p3">
            <a:extLst>
              <a:ext uri="{FF2B5EF4-FFF2-40B4-BE49-F238E27FC236}">
                <a16:creationId xmlns:a16="http://schemas.microsoft.com/office/drawing/2014/main" id="{D17038EE-862A-2146-1315-209B4C9E638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175" y="6344558"/>
            <a:ext cx="860318" cy="27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37;p3">
            <a:extLst>
              <a:ext uri="{FF2B5EF4-FFF2-40B4-BE49-F238E27FC236}">
                <a16:creationId xmlns:a16="http://schemas.microsoft.com/office/drawing/2014/main" id="{4078FEAE-0A1E-F09A-76B9-754C7FEA0F0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34596" y="6319520"/>
            <a:ext cx="972934" cy="3251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256;p4">
            <a:extLst>
              <a:ext uri="{FF2B5EF4-FFF2-40B4-BE49-F238E27FC236}">
                <a16:creationId xmlns:a16="http://schemas.microsoft.com/office/drawing/2014/main" id="{FEEE1C09-BCF7-DAF9-2860-E382AEA16ABD}"/>
              </a:ext>
            </a:extLst>
          </p:cNvPr>
          <p:cNvCxnSpPr/>
          <p:nvPr/>
        </p:nvCxnSpPr>
        <p:spPr>
          <a:xfrm>
            <a:off x="507833" y="0"/>
            <a:ext cx="0" cy="80264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" name="Google Shape;257;p4">
            <a:extLst>
              <a:ext uri="{FF2B5EF4-FFF2-40B4-BE49-F238E27FC236}">
                <a16:creationId xmlns:a16="http://schemas.microsoft.com/office/drawing/2014/main" id="{54F3F955-7A9A-3A3B-AB5B-778356BE991B}"/>
              </a:ext>
            </a:extLst>
          </p:cNvPr>
          <p:cNvCxnSpPr/>
          <p:nvPr/>
        </p:nvCxnSpPr>
        <p:spPr>
          <a:xfrm>
            <a:off x="507833" y="385787"/>
            <a:ext cx="0" cy="421640"/>
          </a:xfrm>
          <a:prstGeom prst="straightConnector1">
            <a:avLst/>
          </a:prstGeom>
          <a:noFill/>
          <a:ln w="38100" cap="flat" cmpd="sng">
            <a:solidFill>
              <a:srgbClr val="2A3979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00678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"/>
          <p:cNvSpPr txBox="1"/>
          <p:nvPr/>
        </p:nvSpPr>
        <p:spPr>
          <a:xfrm>
            <a:off x="609434" y="284634"/>
            <a:ext cx="58223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rgbClr val="002060"/>
                </a:solidFill>
                <a:latin typeface="Sora"/>
                <a:ea typeface="Sora"/>
                <a:cs typeface="Sora"/>
                <a:sym typeface="Sora"/>
              </a:rPr>
              <a:t>Dijital</a:t>
            </a:r>
            <a:r>
              <a:rPr lang="en-US" sz="3600" b="1" dirty="0">
                <a:solidFill>
                  <a:srgbClr val="002060"/>
                </a:solidFill>
                <a:latin typeface="Sora"/>
                <a:ea typeface="Sora"/>
                <a:cs typeface="Sora"/>
                <a:sym typeface="Sora"/>
              </a:rPr>
              <a:t> Veri </a:t>
            </a:r>
            <a:r>
              <a:rPr lang="en-US" sz="3600" b="1" dirty="0" err="1">
                <a:solidFill>
                  <a:srgbClr val="002060"/>
                </a:solidFill>
                <a:latin typeface="Sora"/>
                <a:ea typeface="Sora"/>
                <a:cs typeface="Sora"/>
                <a:sym typeface="Sora"/>
              </a:rPr>
              <a:t>Akışı</a:t>
            </a:r>
            <a:r>
              <a:rPr lang="en-US" sz="3600" b="1" dirty="0">
                <a:solidFill>
                  <a:srgbClr val="002060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endParaRPr dirty="0"/>
          </a:p>
        </p:txBody>
      </p:sp>
      <p:cxnSp>
        <p:nvCxnSpPr>
          <p:cNvPr id="330" name="Google Shape;330;p6"/>
          <p:cNvCxnSpPr/>
          <p:nvPr/>
        </p:nvCxnSpPr>
        <p:spPr>
          <a:xfrm>
            <a:off x="507833" y="0"/>
            <a:ext cx="0" cy="80264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1" name="Google Shape;331;p6"/>
          <p:cNvCxnSpPr/>
          <p:nvPr/>
        </p:nvCxnSpPr>
        <p:spPr>
          <a:xfrm>
            <a:off x="507833" y="385787"/>
            <a:ext cx="0" cy="421640"/>
          </a:xfrm>
          <a:prstGeom prst="straightConnector1">
            <a:avLst/>
          </a:prstGeom>
          <a:noFill/>
          <a:ln w="38100" cap="flat" cmpd="sng">
            <a:solidFill>
              <a:srgbClr val="2A397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35" name="Google Shape;33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4329" y="1387098"/>
            <a:ext cx="9743342" cy="4176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35;p3">
            <a:extLst>
              <a:ext uri="{FF2B5EF4-FFF2-40B4-BE49-F238E27FC236}">
                <a16:creationId xmlns:a16="http://schemas.microsoft.com/office/drawing/2014/main" id="{115CF2A2-BF80-F681-3EF4-91ACA0F9B4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67844" y="6351786"/>
            <a:ext cx="1099912" cy="265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36;p3">
            <a:extLst>
              <a:ext uri="{FF2B5EF4-FFF2-40B4-BE49-F238E27FC236}">
                <a16:creationId xmlns:a16="http://schemas.microsoft.com/office/drawing/2014/main" id="{48469EF4-BE81-BF37-D940-5022164850E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0175" y="6344558"/>
            <a:ext cx="860318" cy="27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37;p3">
            <a:extLst>
              <a:ext uri="{FF2B5EF4-FFF2-40B4-BE49-F238E27FC236}">
                <a16:creationId xmlns:a16="http://schemas.microsoft.com/office/drawing/2014/main" id="{BB4770EC-E9EF-7A61-AC7E-395F21ABE41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34596" y="6319520"/>
            <a:ext cx="972934" cy="325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8"/>
          <p:cNvSpPr txBox="1"/>
          <p:nvPr/>
        </p:nvSpPr>
        <p:spPr>
          <a:xfrm>
            <a:off x="609434" y="284634"/>
            <a:ext cx="397582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b="1" dirty="0">
                <a:solidFill>
                  <a:srgbClr val="002060"/>
                </a:solidFill>
                <a:latin typeface="Sora"/>
                <a:cs typeface="Sora"/>
                <a:sym typeface="Sora"/>
              </a:rPr>
              <a:t>Pazar Hacmi</a:t>
            </a:r>
            <a:endParaRPr dirty="0"/>
          </a:p>
        </p:txBody>
      </p:sp>
      <p:cxnSp>
        <p:nvCxnSpPr>
          <p:cNvPr id="353" name="Google Shape;353;p8"/>
          <p:cNvCxnSpPr/>
          <p:nvPr/>
        </p:nvCxnSpPr>
        <p:spPr>
          <a:xfrm>
            <a:off x="507833" y="0"/>
            <a:ext cx="0" cy="80264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4" name="Google Shape;354;p8"/>
          <p:cNvCxnSpPr/>
          <p:nvPr/>
        </p:nvCxnSpPr>
        <p:spPr>
          <a:xfrm>
            <a:off x="507833" y="385787"/>
            <a:ext cx="0" cy="421640"/>
          </a:xfrm>
          <a:prstGeom prst="straightConnector1">
            <a:avLst/>
          </a:prstGeom>
          <a:noFill/>
          <a:ln w="38100" cap="flat" cmpd="sng">
            <a:solidFill>
              <a:srgbClr val="2A397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5" name="Google Shape;355;p8"/>
          <p:cNvSpPr/>
          <p:nvPr/>
        </p:nvSpPr>
        <p:spPr>
          <a:xfrm>
            <a:off x="609434" y="1227686"/>
            <a:ext cx="3583741" cy="4500760"/>
          </a:xfrm>
          <a:prstGeom prst="roundRect">
            <a:avLst>
              <a:gd name="adj" fmla="val 3473"/>
            </a:avLst>
          </a:prstGeom>
          <a:solidFill>
            <a:srgbClr val="1B9E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6" name="Google Shape;356;p8"/>
          <p:cNvGrpSpPr/>
          <p:nvPr/>
        </p:nvGrpSpPr>
        <p:grpSpPr>
          <a:xfrm>
            <a:off x="4335423" y="1227687"/>
            <a:ext cx="3583741" cy="4500760"/>
            <a:chOff x="4831810" y="1317334"/>
            <a:chExt cx="4061178" cy="4626265"/>
          </a:xfrm>
        </p:grpSpPr>
        <p:sp>
          <p:nvSpPr>
            <p:cNvPr id="357" name="Google Shape;357;p8"/>
            <p:cNvSpPr/>
            <p:nvPr/>
          </p:nvSpPr>
          <p:spPr>
            <a:xfrm>
              <a:off x="4831810" y="1317334"/>
              <a:ext cx="4061178" cy="2241654"/>
            </a:xfrm>
            <a:prstGeom prst="roundRect">
              <a:avLst>
                <a:gd name="adj" fmla="val 3473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4831810" y="3701945"/>
              <a:ext cx="4061178" cy="2241654"/>
            </a:xfrm>
            <a:prstGeom prst="roundRect">
              <a:avLst>
                <a:gd name="adj" fmla="val 3473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8"/>
          <p:cNvGrpSpPr/>
          <p:nvPr/>
        </p:nvGrpSpPr>
        <p:grpSpPr>
          <a:xfrm>
            <a:off x="8061412" y="1227687"/>
            <a:ext cx="3583741" cy="4500760"/>
            <a:chOff x="4831810" y="1317334"/>
            <a:chExt cx="4061178" cy="4626265"/>
          </a:xfrm>
        </p:grpSpPr>
        <p:sp>
          <p:nvSpPr>
            <p:cNvPr id="360" name="Google Shape;360;p8"/>
            <p:cNvSpPr/>
            <p:nvPr/>
          </p:nvSpPr>
          <p:spPr>
            <a:xfrm>
              <a:off x="4831810" y="1317334"/>
              <a:ext cx="4061178" cy="2241654"/>
            </a:xfrm>
            <a:prstGeom prst="roundRect">
              <a:avLst>
                <a:gd name="adj" fmla="val 3473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4831810" y="3701945"/>
              <a:ext cx="4061178" cy="2241654"/>
            </a:xfrm>
            <a:prstGeom prst="roundRect">
              <a:avLst>
                <a:gd name="adj" fmla="val 3473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8"/>
          <p:cNvSpPr txBox="1"/>
          <p:nvPr/>
        </p:nvSpPr>
        <p:spPr>
          <a:xfrm>
            <a:off x="826547" y="2096884"/>
            <a:ext cx="3279287" cy="2593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Hızla Büyüyen Pazar 2024'te Fintech</a:t>
            </a:r>
            <a:endParaRPr sz="2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Sektörü Globalde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310 Milyar $,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Türkiye'de 20 Milyar TL </a:t>
            </a:r>
            <a:r>
              <a:rPr lang="en-US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Pazar Hacmine Ulaşacak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63" name="Google Shape;363;p8"/>
          <p:cNvSpPr txBox="1"/>
          <p:nvPr/>
        </p:nvSpPr>
        <p:spPr>
          <a:xfrm>
            <a:off x="4760258" y="2197993"/>
            <a:ext cx="267148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KOBİ’lerin finansal çözümlere ulaşma zorlukları, büyük bir büyüme fırsatı sunuyor.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 txBox="1"/>
          <p:nvPr/>
        </p:nvSpPr>
        <p:spPr>
          <a:xfrm>
            <a:off x="4760258" y="4378834"/>
            <a:ext cx="267148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Otomatik</a:t>
            </a:r>
            <a:r>
              <a:rPr lang="en-US" sz="1200" dirty="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veri</a:t>
            </a:r>
            <a:r>
              <a:rPr lang="en-US" sz="1200" dirty="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analizi</a:t>
            </a:r>
            <a:r>
              <a:rPr lang="en-US" sz="1200" dirty="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ve</a:t>
            </a:r>
            <a:r>
              <a:rPr lang="en-US" sz="1200" dirty="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dijitalleşme</a:t>
            </a:r>
            <a:r>
              <a:rPr lang="en-US" sz="1200" dirty="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fintech’ler</a:t>
            </a:r>
            <a:r>
              <a:rPr lang="en-US" sz="1200" dirty="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için</a:t>
            </a:r>
            <a:r>
              <a:rPr lang="en-US" sz="1200" dirty="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kritik</a:t>
            </a:r>
            <a:r>
              <a:rPr lang="en-US" sz="1200" dirty="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bir</a:t>
            </a:r>
            <a:r>
              <a:rPr lang="en-US" sz="1200" dirty="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fırsat</a:t>
            </a:r>
            <a:r>
              <a:rPr lang="en-US" sz="120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 txBox="1"/>
          <p:nvPr/>
        </p:nvSpPr>
        <p:spPr>
          <a:xfrm>
            <a:off x="8377944" y="2197993"/>
            <a:ext cx="2671483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Sora"/>
                <a:cs typeface="Sora"/>
                <a:sym typeface="Sora"/>
              </a:rPr>
              <a:t>API Getaway </a:t>
            </a:r>
            <a:r>
              <a:rPr lang="en-US" sz="1200" dirty="0" err="1">
                <a:latin typeface="Sora"/>
                <a:cs typeface="Sora"/>
                <a:sym typeface="Sora"/>
              </a:rPr>
              <a:t>üzerinden</a:t>
            </a:r>
            <a:r>
              <a:rPr lang="en-US" sz="1200" dirty="0">
                <a:latin typeface="Sora"/>
                <a:cs typeface="Sora"/>
                <a:sym typeface="Sora"/>
              </a:rPr>
              <a:t> </a:t>
            </a:r>
            <a:r>
              <a:rPr lang="en-US" sz="1200" dirty="0" err="1">
                <a:latin typeface="Sora"/>
                <a:cs typeface="Sora"/>
                <a:sym typeface="Sora"/>
              </a:rPr>
              <a:t>düzenli</a:t>
            </a:r>
            <a:r>
              <a:rPr lang="en-US" sz="1200" dirty="0">
                <a:latin typeface="Sora"/>
                <a:cs typeface="Sora"/>
                <a:sym typeface="Sora"/>
              </a:rPr>
              <a:t> </a:t>
            </a:r>
            <a:r>
              <a:rPr lang="en-US" sz="1200" dirty="0" err="1">
                <a:latin typeface="Sora"/>
                <a:cs typeface="Sora"/>
                <a:sym typeface="Sora"/>
              </a:rPr>
              <a:t>veri</a:t>
            </a:r>
            <a:r>
              <a:rPr lang="en-US" sz="1200" dirty="0">
                <a:latin typeface="Sora"/>
                <a:cs typeface="Sora"/>
                <a:sym typeface="Sora"/>
              </a:rPr>
              <a:t> </a:t>
            </a:r>
            <a:r>
              <a:rPr lang="en-US" sz="1200" dirty="0" err="1">
                <a:latin typeface="Sora"/>
                <a:cs typeface="Sora"/>
                <a:sym typeface="Sora"/>
              </a:rPr>
              <a:t>akışı</a:t>
            </a:r>
            <a:r>
              <a:rPr lang="en-US" sz="1200" dirty="0">
                <a:latin typeface="Sora"/>
                <a:cs typeface="Sora"/>
                <a:sym typeface="Sora"/>
              </a:rPr>
              <a:t> </a:t>
            </a:r>
            <a:r>
              <a:rPr lang="en-US" sz="1200" dirty="0" err="1">
                <a:latin typeface="Sora"/>
                <a:cs typeface="Sora"/>
                <a:sym typeface="Sora"/>
              </a:rPr>
              <a:t>ile</a:t>
            </a:r>
            <a:r>
              <a:rPr lang="tr-TR" sz="1200" dirty="0">
                <a:latin typeface="Sora"/>
                <a:cs typeface="Sora"/>
                <a:sym typeface="Sora"/>
              </a:rPr>
              <a:t> hem </a:t>
            </a:r>
            <a:r>
              <a:rPr lang="tr-TR" sz="1200" dirty="0" err="1">
                <a:latin typeface="Sora"/>
                <a:cs typeface="Sora"/>
                <a:sym typeface="Sora"/>
              </a:rPr>
              <a:t>KOBI’lere</a:t>
            </a:r>
            <a:r>
              <a:rPr lang="tr-TR" sz="1200" dirty="0">
                <a:latin typeface="Sora"/>
                <a:cs typeface="Sora"/>
                <a:sym typeface="Sora"/>
              </a:rPr>
              <a:t> </a:t>
            </a:r>
            <a:r>
              <a:rPr lang="tr-TR" sz="1200" dirty="0" err="1">
                <a:latin typeface="Sora"/>
                <a:cs typeface="Sora"/>
                <a:sym typeface="Sora"/>
              </a:rPr>
              <a:t>hemde</a:t>
            </a:r>
            <a:r>
              <a:rPr lang="tr-TR" sz="1200" dirty="0">
                <a:latin typeface="Sora"/>
                <a:cs typeface="Sora"/>
                <a:sym typeface="Sora"/>
              </a:rPr>
              <a:t> Finansal Kurumlara sürdürebilir finans perspektifi oluşumunu destekliyor</a:t>
            </a:r>
            <a:endParaRPr dirty="0"/>
          </a:p>
        </p:txBody>
      </p:sp>
      <p:sp>
        <p:nvSpPr>
          <p:cNvPr id="366" name="Google Shape;366;p8"/>
          <p:cNvSpPr/>
          <p:nvPr/>
        </p:nvSpPr>
        <p:spPr>
          <a:xfrm rot="10800000">
            <a:off x="4840941" y="1227685"/>
            <a:ext cx="2474259" cy="439936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A39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 txBox="1"/>
          <p:nvPr/>
        </p:nvSpPr>
        <p:spPr>
          <a:xfrm>
            <a:off x="4871164" y="1296077"/>
            <a:ext cx="244403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KOBİ'lere Erişim Kolaylığı </a:t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 rot="10800000">
            <a:off x="8561293" y="1227685"/>
            <a:ext cx="2474259" cy="439936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A39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 txBox="1"/>
          <p:nvPr/>
        </p:nvSpPr>
        <p:spPr>
          <a:xfrm>
            <a:off x="8551175" y="1221984"/>
            <a:ext cx="260421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tr-TR" sz="1200" b="1" dirty="0" err="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Data’ya</a:t>
            </a:r>
            <a:r>
              <a:rPr lang="tr-TR" sz="1200" b="1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200" b="1" dirty="0" err="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Erişim</a:t>
            </a:r>
            <a:r>
              <a:rPr lang="en-US" sz="1200" b="1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200" b="1" dirty="0" err="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Kolaylığı</a:t>
            </a:r>
            <a:r>
              <a:rPr lang="en-US" sz="1200" b="1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tr-TR" sz="1200" b="1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ile Sürdürülebilir Finans oluşumu </a:t>
            </a:r>
            <a:endParaRPr dirty="0"/>
          </a:p>
        </p:txBody>
      </p:sp>
      <p:sp>
        <p:nvSpPr>
          <p:cNvPr id="370" name="Google Shape;370;p8"/>
          <p:cNvSpPr/>
          <p:nvPr/>
        </p:nvSpPr>
        <p:spPr>
          <a:xfrm rot="10800000">
            <a:off x="4840941" y="3544730"/>
            <a:ext cx="2474259" cy="439936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A39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 txBox="1"/>
          <p:nvPr/>
        </p:nvSpPr>
        <p:spPr>
          <a:xfrm>
            <a:off x="4871164" y="3613122"/>
            <a:ext cx="244403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Dijitalleşme ve Veri Analitiği </a:t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 rot="10800000">
            <a:off x="8561293" y="3544730"/>
            <a:ext cx="2474259" cy="439936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A39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 txBox="1"/>
          <p:nvPr/>
        </p:nvSpPr>
        <p:spPr>
          <a:xfrm>
            <a:off x="8573587" y="3541404"/>
            <a:ext cx="24440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Regülasyonlar ve Teknolojik Destek </a:t>
            </a:r>
            <a:endParaRPr/>
          </a:p>
        </p:txBody>
      </p:sp>
      <p:sp>
        <p:nvSpPr>
          <p:cNvPr id="374" name="Google Shape;374;p8"/>
          <p:cNvSpPr txBox="1"/>
          <p:nvPr/>
        </p:nvSpPr>
        <p:spPr>
          <a:xfrm>
            <a:off x="8459863" y="4378834"/>
            <a:ext cx="267148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E-defter zorunluluğu gibi regülasyonlar fintech çözümlerine talebi artırıyor.</a:t>
            </a:r>
            <a:endParaRPr/>
          </a:p>
        </p:txBody>
      </p:sp>
      <p:pic>
        <p:nvPicPr>
          <p:cNvPr id="375" name="Google Shape;37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67844" y="6351786"/>
            <a:ext cx="1099912" cy="265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175" y="6344558"/>
            <a:ext cx="860318" cy="27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34596" y="6319520"/>
            <a:ext cx="972934" cy="325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9"/>
          <p:cNvSpPr txBox="1"/>
          <p:nvPr/>
        </p:nvSpPr>
        <p:spPr>
          <a:xfrm>
            <a:off x="609434" y="284634"/>
            <a:ext cx="560662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 b="1" dirty="0">
                <a:solidFill>
                  <a:srgbClr val="002060"/>
                </a:solidFill>
                <a:latin typeface="Sora"/>
                <a:ea typeface="Sora"/>
                <a:cs typeface="Sora"/>
                <a:sym typeface="Sora"/>
              </a:rPr>
              <a:t>Pazara Giriş Stratejisi </a:t>
            </a:r>
            <a:endParaRPr sz="3200" dirty="0"/>
          </a:p>
        </p:txBody>
      </p:sp>
      <p:cxnSp>
        <p:nvCxnSpPr>
          <p:cNvPr id="383" name="Google Shape;383;p9"/>
          <p:cNvCxnSpPr/>
          <p:nvPr/>
        </p:nvCxnSpPr>
        <p:spPr>
          <a:xfrm>
            <a:off x="507833" y="0"/>
            <a:ext cx="0" cy="80264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4" name="Google Shape;384;p9"/>
          <p:cNvCxnSpPr/>
          <p:nvPr/>
        </p:nvCxnSpPr>
        <p:spPr>
          <a:xfrm>
            <a:off x="507833" y="385787"/>
            <a:ext cx="0" cy="421640"/>
          </a:xfrm>
          <a:prstGeom prst="straightConnector1">
            <a:avLst/>
          </a:prstGeom>
          <a:noFill/>
          <a:ln w="38100" cap="flat" cmpd="sng">
            <a:solidFill>
              <a:srgbClr val="2A397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5" name="Google Shape;385;p9"/>
          <p:cNvSpPr/>
          <p:nvPr/>
        </p:nvSpPr>
        <p:spPr>
          <a:xfrm flipH="1">
            <a:off x="627746" y="2898618"/>
            <a:ext cx="1232529" cy="1232529"/>
          </a:xfrm>
          <a:prstGeom prst="ellipse">
            <a:avLst/>
          </a:prstGeom>
          <a:solidFill>
            <a:srgbClr val="2D287E"/>
          </a:solidFill>
          <a:ln>
            <a:noFill/>
          </a:ln>
          <a:effectLst>
            <a:outerShdw blurRad="1143000" dist="825500" dir="5400000" sx="80000" sy="80000" algn="t" rotWithShape="0">
              <a:srgbClr val="000000">
                <a:alpha val="1686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2023</a:t>
            </a:r>
            <a:endParaRPr sz="1700" b="0" i="0" u="none" strike="noStrike" cap="none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6" name="Google Shape;386;p9"/>
          <p:cNvSpPr/>
          <p:nvPr/>
        </p:nvSpPr>
        <p:spPr>
          <a:xfrm rot="10800000" flipH="1">
            <a:off x="549182" y="2820054"/>
            <a:ext cx="1389659" cy="1389659"/>
          </a:xfrm>
          <a:prstGeom prst="arc">
            <a:avLst>
              <a:gd name="adj1" fmla="val 36463"/>
              <a:gd name="adj2" fmla="val 10792301"/>
            </a:avLst>
          </a:prstGeom>
          <a:noFill/>
          <a:ln w="9525" cap="rnd" cmpd="sng">
            <a:solidFill>
              <a:srgbClr val="0089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 flipH="1">
            <a:off x="2554597" y="2898618"/>
            <a:ext cx="1232529" cy="1232529"/>
          </a:xfrm>
          <a:prstGeom prst="ellipse">
            <a:avLst/>
          </a:prstGeom>
          <a:solidFill>
            <a:srgbClr val="2D287E"/>
          </a:solidFill>
          <a:ln>
            <a:noFill/>
          </a:ln>
          <a:effectLst>
            <a:outerShdw blurRad="1143000" dist="825500" dir="5400000" sx="80000" sy="80000" algn="t" rotWithShape="0">
              <a:srgbClr val="000000">
                <a:alpha val="1686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2024</a:t>
            </a:r>
            <a:endParaRPr sz="1700" b="0" i="0" u="none" strike="noStrike" cap="none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8" name="Google Shape;388;p9"/>
          <p:cNvSpPr/>
          <p:nvPr/>
        </p:nvSpPr>
        <p:spPr>
          <a:xfrm rot="10800000" flipH="1">
            <a:off x="2476033" y="2820054"/>
            <a:ext cx="1389659" cy="1389659"/>
          </a:xfrm>
          <a:prstGeom prst="arc">
            <a:avLst>
              <a:gd name="adj1" fmla="val 10820305"/>
              <a:gd name="adj2" fmla="val 31320"/>
            </a:avLst>
          </a:prstGeom>
          <a:noFill/>
          <a:ln w="9525" cap="rnd" cmpd="sng">
            <a:solidFill>
              <a:srgbClr val="0089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9"/>
          <p:cNvCxnSpPr/>
          <p:nvPr/>
        </p:nvCxnSpPr>
        <p:spPr>
          <a:xfrm rot="10800000">
            <a:off x="1934067" y="3514884"/>
            <a:ext cx="541966" cy="0"/>
          </a:xfrm>
          <a:prstGeom prst="straightConnector1">
            <a:avLst/>
          </a:prstGeom>
          <a:noFill/>
          <a:ln w="9525" cap="flat" cmpd="sng">
            <a:solidFill>
              <a:srgbClr val="0089C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0" name="Google Shape;390;p9"/>
          <p:cNvCxnSpPr/>
          <p:nvPr/>
        </p:nvCxnSpPr>
        <p:spPr>
          <a:xfrm rot="10800000">
            <a:off x="0" y="3514884"/>
            <a:ext cx="541966" cy="0"/>
          </a:xfrm>
          <a:prstGeom prst="straightConnector1">
            <a:avLst/>
          </a:prstGeom>
          <a:noFill/>
          <a:ln w="9525" cap="flat" cmpd="sng">
            <a:solidFill>
              <a:srgbClr val="0089C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1" name="Google Shape;391;p9"/>
          <p:cNvSpPr/>
          <p:nvPr/>
        </p:nvSpPr>
        <p:spPr>
          <a:xfrm flipH="1">
            <a:off x="4495881" y="2898618"/>
            <a:ext cx="1232529" cy="1232529"/>
          </a:xfrm>
          <a:prstGeom prst="ellipse">
            <a:avLst/>
          </a:prstGeom>
          <a:solidFill>
            <a:srgbClr val="2D287E"/>
          </a:solidFill>
          <a:ln>
            <a:noFill/>
          </a:ln>
          <a:effectLst>
            <a:outerShdw blurRad="1143000" dist="825500" dir="5400000" sx="80000" sy="80000" algn="t" rotWithShape="0">
              <a:srgbClr val="000000">
                <a:alpha val="1686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2025</a:t>
            </a:r>
            <a:endParaRPr sz="1700" b="0" i="0" u="none" strike="noStrike" cap="none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2" name="Google Shape;392;p9"/>
          <p:cNvSpPr/>
          <p:nvPr/>
        </p:nvSpPr>
        <p:spPr>
          <a:xfrm rot="10800000" flipH="1">
            <a:off x="4417317" y="2820054"/>
            <a:ext cx="1389659" cy="1389659"/>
          </a:xfrm>
          <a:prstGeom prst="arc">
            <a:avLst>
              <a:gd name="adj1" fmla="val 36463"/>
              <a:gd name="adj2" fmla="val 10792301"/>
            </a:avLst>
          </a:prstGeom>
          <a:noFill/>
          <a:ln w="9525" cap="rnd" cmpd="sng">
            <a:solidFill>
              <a:srgbClr val="0089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 flipH="1">
            <a:off x="6422732" y="2898618"/>
            <a:ext cx="1232529" cy="1232529"/>
          </a:xfrm>
          <a:prstGeom prst="ellipse">
            <a:avLst/>
          </a:prstGeom>
          <a:solidFill>
            <a:srgbClr val="2D287E"/>
          </a:solidFill>
          <a:ln>
            <a:noFill/>
          </a:ln>
          <a:effectLst>
            <a:outerShdw blurRad="1143000" dist="825500" dir="5400000" sx="80000" sy="80000" algn="t" rotWithShape="0">
              <a:srgbClr val="000000">
                <a:alpha val="1686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2026</a:t>
            </a:r>
            <a:endParaRPr sz="1700" b="0" i="0" u="none" strike="noStrike" cap="none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4" name="Google Shape;394;p9"/>
          <p:cNvSpPr/>
          <p:nvPr/>
        </p:nvSpPr>
        <p:spPr>
          <a:xfrm rot="10800000" flipH="1">
            <a:off x="6344168" y="2820054"/>
            <a:ext cx="1389659" cy="1389659"/>
          </a:xfrm>
          <a:prstGeom prst="arc">
            <a:avLst>
              <a:gd name="adj1" fmla="val 10820305"/>
              <a:gd name="adj2" fmla="val 31320"/>
            </a:avLst>
          </a:prstGeom>
          <a:noFill/>
          <a:ln w="9525" cap="rnd" cmpd="sng">
            <a:solidFill>
              <a:srgbClr val="0089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9"/>
          <p:cNvCxnSpPr/>
          <p:nvPr/>
        </p:nvCxnSpPr>
        <p:spPr>
          <a:xfrm rot="10800000">
            <a:off x="5802202" y="3514884"/>
            <a:ext cx="541966" cy="0"/>
          </a:xfrm>
          <a:prstGeom prst="straightConnector1">
            <a:avLst/>
          </a:prstGeom>
          <a:noFill/>
          <a:ln w="9525" cap="flat" cmpd="sng">
            <a:solidFill>
              <a:srgbClr val="0089C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6" name="Google Shape;396;p9"/>
          <p:cNvCxnSpPr/>
          <p:nvPr/>
        </p:nvCxnSpPr>
        <p:spPr>
          <a:xfrm rot="10800000">
            <a:off x="3868135" y="3514884"/>
            <a:ext cx="541966" cy="0"/>
          </a:xfrm>
          <a:prstGeom prst="straightConnector1">
            <a:avLst/>
          </a:prstGeom>
          <a:noFill/>
          <a:ln w="9525" cap="flat" cmpd="sng">
            <a:solidFill>
              <a:srgbClr val="0089C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7" name="Google Shape;397;p9"/>
          <p:cNvSpPr/>
          <p:nvPr/>
        </p:nvSpPr>
        <p:spPr>
          <a:xfrm flipH="1">
            <a:off x="8364015" y="2898618"/>
            <a:ext cx="1232529" cy="1232529"/>
          </a:xfrm>
          <a:prstGeom prst="ellipse">
            <a:avLst/>
          </a:prstGeom>
          <a:solidFill>
            <a:srgbClr val="2D287E"/>
          </a:solidFill>
          <a:ln>
            <a:noFill/>
          </a:ln>
          <a:effectLst>
            <a:outerShdw blurRad="1143000" dist="825500" dir="5400000" sx="80000" sy="80000" algn="t" rotWithShape="0">
              <a:srgbClr val="000000">
                <a:alpha val="1686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2027</a:t>
            </a:r>
            <a:endParaRPr sz="1700" b="0" i="0" u="none" strike="noStrike" cap="none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8" name="Google Shape;398;p9"/>
          <p:cNvSpPr/>
          <p:nvPr/>
        </p:nvSpPr>
        <p:spPr>
          <a:xfrm rot="10800000" flipH="1">
            <a:off x="8285452" y="2820054"/>
            <a:ext cx="1389659" cy="1389659"/>
          </a:xfrm>
          <a:prstGeom prst="arc">
            <a:avLst>
              <a:gd name="adj1" fmla="val 36463"/>
              <a:gd name="adj2" fmla="val 10792301"/>
            </a:avLst>
          </a:prstGeom>
          <a:noFill/>
          <a:ln w="9525" cap="rnd" cmpd="sng">
            <a:solidFill>
              <a:srgbClr val="0089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9"/>
          <p:cNvCxnSpPr/>
          <p:nvPr/>
        </p:nvCxnSpPr>
        <p:spPr>
          <a:xfrm rot="10800000">
            <a:off x="7736270" y="3514884"/>
            <a:ext cx="541966" cy="0"/>
          </a:xfrm>
          <a:prstGeom prst="straightConnector1">
            <a:avLst/>
          </a:prstGeom>
          <a:noFill/>
          <a:ln w="9525" cap="flat" cmpd="sng">
            <a:solidFill>
              <a:srgbClr val="0089C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0" name="Google Shape;400;p9"/>
          <p:cNvCxnSpPr/>
          <p:nvPr/>
        </p:nvCxnSpPr>
        <p:spPr>
          <a:xfrm rot="10800000">
            <a:off x="9682426" y="3514884"/>
            <a:ext cx="541966" cy="0"/>
          </a:xfrm>
          <a:prstGeom prst="straightConnector1">
            <a:avLst/>
          </a:prstGeom>
          <a:noFill/>
          <a:ln w="9525" cap="flat" cmpd="sng">
            <a:solidFill>
              <a:srgbClr val="0089C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1" name="Google Shape;401;p9"/>
          <p:cNvSpPr txBox="1"/>
          <p:nvPr/>
        </p:nvSpPr>
        <p:spPr>
          <a:xfrm>
            <a:off x="360966" y="2000561"/>
            <a:ext cx="169678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4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Finans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Kurumu</a:t>
            </a:r>
            <a:endParaRPr sz="1050" b="1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İ</a:t>
            </a:r>
            <a:r>
              <a:rPr lang="en-US" sz="1050" b="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le </a:t>
            </a:r>
            <a:r>
              <a:rPr lang="en-US" sz="1050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a</a:t>
            </a:r>
            <a:r>
              <a:rPr lang="en-US" sz="1050" b="0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ktif</a:t>
            </a:r>
            <a:r>
              <a:rPr lang="en-US" sz="1050" b="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b="0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iş</a:t>
            </a:r>
            <a:r>
              <a:rPr lang="en-US" sz="1050" b="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b</a:t>
            </a:r>
            <a:r>
              <a:rPr lang="en-US" sz="1050" b="0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irliği</a:t>
            </a:r>
            <a:r>
              <a:rPr lang="en-US" sz="1050" b="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. </a:t>
            </a:r>
            <a:endParaRPr dirty="0"/>
          </a:p>
        </p:txBody>
      </p:sp>
      <p:cxnSp>
        <p:nvCxnSpPr>
          <p:cNvPr id="402" name="Google Shape;402;p9"/>
          <p:cNvCxnSpPr/>
          <p:nvPr/>
        </p:nvCxnSpPr>
        <p:spPr>
          <a:xfrm>
            <a:off x="1209359" y="2536498"/>
            <a:ext cx="0" cy="273601"/>
          </a:xfrm>
          <a:prstGeom prst="straightConnector1">
            <a:avLst/>
          </a:prstGeom>
          <a:noFill/>
          <a:ln w="12700" cap="rnd" cmpd="sng">
            <a:solidFill>
              <a:srgbClr val="0089CF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403" name="Google Shape;403;p9"/>
          <p:cNvSpPr txBox="1"/>
          <p:nvPr/>
        </p:nvSpPr>
        <p:spPr>
          <a:xfrm>
            <a:off x="4279155" y="1349710"/>
            <a:ext cx="1696785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40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Finans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Kurumu</a:t>
            </a:r>
            <a:endParaRPr sz="1050" b="1" i="0" u="none" strike="noStrike" cap="none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ile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iş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birliği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sz="1050" b="1" i="0" u="none" strike="noStrike" cap="none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1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Hedef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: </a:t>
            </a:r>
            <a:r>
              <a:rPr lang="en-US" sz="1050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Türkiye'de</a:t>
            </a:r>
            <a:r>
              <a:rPr lang="en-US" sz="105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KOBİ'lerin</a:t>
            </a:r>
            <a:r>
              <a:rPr lang="en-US" sz="105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%50'sine </a:t>
            </a:r>
            <a:r>
              <a:rPr lang="en-US" sz="1050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erişim</a:t>
            </a:r>
            <a:r>
              <a:rPr lang="en-US" sz="105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. </a:t>
            </a:r>
            <a:endParaRPr dirty="0"/>
          </a:p>
        </p:txBody>
      </p:sp>
      <p:cxnSp>
        <p:nvCxnSpPr>
          <p:cNvPr id="404" name="Google Shape;404;p9"/>
          <p:cNvCxnSpPr/>
          <p:nvPr/>
        </p:nvCxnSpPr>
        <p:spPr>
          <a:xfrm>
            <a:off x="5127547" y="2536498"/>
            <a:ext cx="0" cy="273601"/>
          </a:xfrm>
          <a:prstGeom prst="straightConnector1">
            <a:avLst/>
          </a:prstGeom>
          <a:noFill/>
          <a:ln w="12700" cap="rnd" cmpd="sng">
            <a:solidFill>
              <a:srgbClr val="0089CF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405" name="Google Shape;405;p9"/>
          <p:cNvCxnSpPr/>
          <p:nvPr/>
        </p:nvCxnSpPr>
        <p:spPr>
          <a:xfrm>
            <a:off x="8973002" y="2536498"/>
            <a:ext cx="0" cy="273601"/>
          </a:xfrm>
          <a:prstGeom prst="straightConnector1">
            <a:avLst/>
          </a:prstGeom>
          <a:noFill/>
          <a:ln w="12700" cap="rnd" cmpd="sng">
            <a:solidFill>
              <a:srgbClr val="0089CF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406" name="Google Shape;406;p9"/>
          <p:cNvSpPr txBox="1"/>
          <p:nvPr/>
        </p:nvSpPr>
        <p:spPr>
          <a:xfrm>
            <a:off x="2322467" y="4612792"/>
            <a:ext cx="169678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10 </a:t>
            </a:r>
            <a:r>
              <a:rPr lang="en-US" sz="1050" b="1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F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inans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b="1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K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urumu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en-US" sz="1050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ile</a:t>
            </a:r>
            <a:r>
              <a:rPr lang="en-US" sz="105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aktif</a:t>
            </a:r>
            <a:r>
              <a:rPr lang="en-US" sz="105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iş</a:t>
            </a:r>
            <a:r>
              <a:rPr lang="en-US" sz="105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birliği</a:t>
            </a:r>
            <a:r>
              <a:rPr lang="en-US" sz="105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. </a:t>
            </a:r>
            <a:endParaRPr sz="1050" i="0" u="none" strike="noStrike" cap="none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407" name="Google Shape;407;p9"/>
          <p:cNvCxnSpPr/>
          <p:nvPr/>
        </p:nvCxnSpPr>
        <p:spPr>
          <a:xfrm rot="10800000">
            <a:off x="3170859" y="4209713"/>
            <a:ext cx="0" cy="273601"/>
          </a:xfrm>
          <a:prstGeom prst="straightConnector1">
            <a:avLst/>
          </a:prstGeom>
          <a:noFill/>
          <a:ln w="12700" cap="rnd" cmpd="sng">
            <a:solidFill>
              <a:srgbClr val="0089CF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408" name="Google Shape;408;p9"/>
          <p:cNvSpPr txBox="1"/>
          <p:nvPr/>
        </p:nvSpPr>
        <p:spPr>
          <a:xfrm>
            <a:off x="6223252" y="4612792"/>
            <a:ext cx="1696785" cy="176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tr-TR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BAE &amp; Doğu Avrupa 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Açılımı</a:t>
            </a:r>
            <a:endParaRPr sz="1050" b="1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1" i="0" u="none" strike="noStrike" cap="none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Hedef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:</a:t>
            </a:r>
            <a:r>
              <a:rPr lang="tr-TR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tr-TR" sz="105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BAE &amp; Doğu </a:t>
            </a:r>
            <a:r>
              <a:rPr lang="tr-TR" sz="1050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Avrupada</a:t>
            </a:r>
            <a:r>
              <a:rPr lang="tr-TR" sz="105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ilk 5 </a:t>
            </a:r>
            <a:r>
              <a:rPr lang="en-US" sz="1050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ülkede</a:t>
            </a: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operasyon</a:t>
            </a: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başlatmak</a:t>
            </a:r>
            <a:endParaRPr sz="1050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1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Türkiye’de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50+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Finans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Kurumu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ile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iş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birliği</a:t>
            </a:r>
            <a:endParaRPr lang="tr-TR" sz="1050" b="1" i="0" u="none" strike="noStrike" cap="none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tr-TR" sz="1050" b="1" dirty="0" err="1">
                <a:solidFill>
                  <a:srgbClr val="2D287E"/>
                </a:solidFill>
                <a:latin typeface="Sora"/>
                <a:cs typeface="Sora"/>
                <a:sym typeface="Sora"/>
              </a:rPr>
              <a:t>Kobi’lerin</a:t>
            </a:r>
            <a:r>
              <a:rPr lang="tr-TR" sz="1050" b="1" dirty="0">
                <a:solidFill>
                  <a:srgbClr val="2D287E"/>
                </a:solidFill>
                <a:latin typeface="Sora"/>
                <a:cs typeface="Sora"/>
                <a:sym typeface="Sora"/>
              </a:rPr>
              <a:t> %80 erişim</a:t>
            </a:r>
            <a:endParaRPr dirty="0"/>
          </a:p>
        </p:txBody>
      </p:sp>
      <p:cxnSp>
        <p:nvCxnSpPr>
          <p:cNvPr id="409" name="Google Shape;409;p9"/>
          <p:cNvCxnSpPr/>
          <p:nvPr/>
        </p:nvCxnSpPr>
        <p:spPr>
          <a:xfrm rot="10800000">
            <a:off x="7071644" y="4209713"/>
            <a:ext cx="0" cy="273601"/>
          </a:xfrm>
          <a:prstGeom prst="straightConnector1">
            <a:avLst/>
          </a:prstGeom>
          <a:noFill/>
          <a:ln w="12700" cap="rnd" cmpd="sng">
            <a:solidFill>
              <a:srgbClr val="0089CF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410" name="Google Shape;410;p9"/>
          <p:cNvSpPr/>
          <p:nvPr/>
        </p:nvSpPr>
        <p:spPr>
          <a:xfrm flipH="1">
            <a:off x="10305073" y="2898618"/>
            <a:ext cx="1232529" cy="1232529"/>
          </a:xfrm>
          <a:prstGeom prst="ellipse">
            <a:avLst/>
          </a:prstGeom>
          <a:solidFill>
            <a:srgbClr val="2D287E"/>
          </a:solidFill>
          <a:ln>
            <a:noFill/>
          </a:ln>
          <a:effectLst>
            <a:outerShdw blurRad="1143000" dist="825500" dir="5400000" sx="80000" sy="80000" algn="t" rotWithShape="0">
              <a:srgbClr val="000000">
                <a:alpha val="1686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Sora"/>
              <a:buNone/>
            </a:pPr>
            <a:r>
              <a:rPr lang="en-US" sz="1700" b="0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2028 </a:t>
            </a:r>
            <a:r>
              <a:rPr lang="en-US" sz="1200" b="0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Sonrası </a:t>
            </a:r>
            <a:endParaRPr sz="1700" b="0" i="0" u="none" strike="noStrike" cap="none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1" name="Google Shape;411;p9"/>
          <p:cNvSpPr/>
          <p:nvPr/>
        </p:nvSpPr>
        <p:spPr>
          <a:xfrm rot="10800000" flipH="1">
            <a:off x="10226510" y="2820054"/>
            <a:ext cx="1389659" cy="1389659"/>
          </a:xfrm>
          <a:prstGeom prst="arc">
            <a:avLst>
              <a:gd name="adj1" fmla="val 10820305"/>
              <a:gd name="adj2" fmla="val 31320"/>
            </a:avLst>
          </a:prstGeom>
          <a:noFill/>
          <a:ln w="9525" cap="rnd" cmpd="sng">
            <a:solidFill>
              <a:srgbClr val="0089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9"/>
          <p:cNvCxnSpPr/>
          <p:nvPr/>
        </p:nvCxnSpPr>
        <p:spPr>
          <a:xfrm rot="10800000">
            <a:off x="11618611" y="3514884"/>
            <a:ext cx="541966" cy="0"/>
          </a:xfrm>
          <a:prstGeom prst="straightConnector1">
            <a:avLst/>
          </a:prstGeom>
          <a:noFill/>
          <a:ln w="9525" cap="flat" cmpd="sng">
            <a:solidFill>
              <a:srgbClr val="0089C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3" name="Google Shape;413;p9"/>
          <p:cNvCxnSpPr/>
          <p:nvPr/>
        </p:nvCxnSpPr>
        <p:spPr>
          <a:xfrm rot="10800000">
            <a:off x="10953986" y="4209713"/>
            <a:ext cx="0" cy="273601"/>
          </a:xfrm>
          <a:prstGeom prst="straightConnector1">
            <a:avLst/>
          </a:prstGeom>
          <a:noFill/>
          <a:ln w="12700" cap="rnd" cmpd="sng">
            <a:solidFill>
              <a:srgbClr val="0089CF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414" name="Google Shape;414;p9"/>
          <p:cNvSpPr txBox="1"/>
          <p:nvPr/>
        </p:nvSpPr>
        <p:spPr>
          <a:xfrm>
            <a:off x="7856366" y="596607"/>
            <a:ext cx="2247826" cy="219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tr-TR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BAE &amp; Doğu Avrupa da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Büyüme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endParaRPr sz="1050" b="1" i="0" u="none" strike="noStrike" cap="none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1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Hedef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: </a:t>
            </a: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20+ </a:t>
            </a:r>
            <a:r>
              <a:rPr lang="en-US" sz="1050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Finans</a:t>
            </a: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Kurumu</a:t>
            </a: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ile</a:t>
            </a: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iş</a:t>
            </a: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birliği</a:t>
            </a: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yapmak</a:t>
            </a: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sz="1050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1" i="0" u="none" strike="noStrike" cap="none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Pazar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Genişlemesi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: </a:t>
            </a: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10 </a:t>
            </a:r>
            <a:r>
              <a:rPr lang="en-US" sz="1050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ülke</a:t>
            </a:r>
            <a:r>
              <a:rPr lang="tr-TR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de</a:t>
            </a: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aktif</a:t>
            </a: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-US" sz="1050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hizmet</a:t>
            </a:r>
            <a:r>
              <a:rPr lang="en-US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lang="tr-TR" sz="1050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endParaRPr lang="tr-TR" sz="1050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tr-TR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Türkiye’de 80+Finans Kurumu ile işbirliği .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tr-TR" sz="1050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Kobilerin %90 erişim </a:t>
            </a:r>
            <a:endParaRPr sz="1050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5" name="Google Shape;415;p9"/>
          <p:cNvSpPr txBox="1"/>
          <p:nvPr/>
        </p:nvSpPr>
        <p:spPr>
          <a:xfrm>
            <a:off x="9439567" y="4529665"/>
            <a:ext cx="2752433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tr-TR" sz="1050" b="1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BAE &amp; Doğu Avrupa Pazarında </a:t>
            </a:r>
            <a:r>
              <a:rPr lang="en-US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: </a:t>
            </a:r>
            <a:endParaRPr sz="1050" b="1" i="0" u="none" strike="noStrike" cap="none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1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tr-TR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Türk </a:t>
            </a:r>
            <a:r>
              <a:rPr lang="tr-TR" sz="1050" b="1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Fintech</a:t>
            </a:r>
            <a:r>
              <a:rPr lang="tr-TR" sz="1050" b="1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olarak marka &amp; Pazar değeri oluşturmak</a:t>
            </a:r>
            <a:endParaRPr sz="1050" b="1" i="0" u="none" strike="noStrike" cap="none" dirty="0">
              <a:solidFill>
                <a:srgbClr val="2D287E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16" name="Google Shape;41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67844" y="6351786"/>
            <a:ext cx="1099912" cy="265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175" y="6344558"/>
            <a:ext cx="860318" cy="27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34596" y="6319520"/>
            <a:ext cx="972934" cy="325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9"/>
          <p:cNvSpPr txBox="1"/>
          <p:nvPr/>
        </p:nvSpPr>
        <p:spPr>
          <a:xfrm>
            <a:off x="609434" y="284634"/>
            <a:ext cx="560662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 b="1" dirty="0">
                <a:solidFill>
                  <a:srgbClr val="002060"/>
                </a:solidFill>
                <a:latin typeface="Sora" pitchFamily="2" charset="0"/>
                <a:ea typeface="Sora"/>
                <a:cs typeface="Sora" pitchFamily="2" charset="0"/>
                <a:sym typeface="Sora"/>
              </a:rPr>
              <a:t>Global Market Hedefi</a:t>
            </a:r>
          </a:p>
        </p:txBody>
      </p:sp>
      <p:cxnSp>
        <p:nvCxnSpPr>
          <p:cNvPr id="383" name="Google Shape;383;p9"/>
          <p:cNvCxnSpPr/>
          <p:nvPr/>
        </p:nvCxnSpPr>
        <p:spPr>
          <a:xfrm>
            <a:off x="507833" y="0"/>
            <a:ext cx="0" cy="80264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4" name="Google Shape;384;p9"/>
          <p:cNvCxnSpPr/>
          <p:nvPr/>
        </p:nvCxnSpPr>
        <p:spPr>
          <a:xfrm>
            <a:off x="507833" y="385787"/>
            <a:ext cx="0" cy="421640"/>
          </a:xfrm>
          <a:prstGeom prst="straightConnector1">
            <a:avLst/>
          </a:prstGeom>
          <a:noFill/>
          <a:ln w="38100" cap="flat" cmpd="sng">
            <a:solidFill>
              <a:srgbClr val="2A397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16" name="Google Shape;41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67844" y="6351786"/>
            <a:ext cx="1099912" cy="265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175" y="6344558"/>
            <a:ext cx="860318" cy="27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34596" y="6319520"/>
            <a:ext cx="972934" cy="325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phic 30">
            <a:extLst>
              <a:ext uri="{FF2B5EF4-FFF2-40B4-BE49-F238E27FC236}">
                <a16:creationId xmlns:a16="http://schemas.microsoft.com/office/drawing/2014/main" id="{F9DDCE73-A2B6-959A-8ED8-07B212CDB0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10038" y="1496303"/>
            <a:ext cx="7005320" cy="4576809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A550F96C-A64B-0B41-B906-775826D0D9A4}"/>
              </a:ext>
            </a:extLst>
          </p:cNvPr>
          <p:cNvSpPr txBox="1"/>
          <p:nvPr/>
        </p:nvSpPr>
        <p:spPr>
          <a:xfrm>
            <a:off x="2277998" y="473923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/>
            <a:r>
              <a:rPr lang="tr-TR" sz="5400" b="1" dirty="0">
                <a:solidFill>
                  <a:srgbClr val="2D287E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BAE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E1AAEED6-E19B-9A62-033A-80FA9F8CC516}"/>
              </a:ext>
            </a:extLst>
          </p:cNvPr>
          <p:cNvSpPr txBox="1"/>
          <p:nvPr/>
        </p:nvSpPr>
        <p:spPr>
          <a:xfrm>
            <a:off x="52120" y="1496303"/>
            <a:ext cx="41570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585"/>
            <a:r>
              <a:rPr lang="tr-TR" sz="2000" b="1" dirty="0" err="1">
                <a:solidFill>
                  <a:srgbClr val="2D287E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Estonia</a:t>
            </a:r>
            <a:r>
              <a:rPr lang="tr-TR" sz="2000" b="1" dirty="0">
                <a:solidFill>
                  <a:srgbClr val="2D287E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, </a:t>
            </a:r>
            <a:r>
              <a:rPr lang="tr-TR" sz="2000" b="1" dirty="0" err="1">
                <a:solidFill>
                  <a:srgbClr val="2D287E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Latvia</a:t>
            </a:r>
            <a:r>
              <a:rPr lang="tr-TR" sz="2000" b="1" dirty="0">
                <a:solidFill>
                  <a:srgbClr val="2D287E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 </a:t>
            </a:r>
          </a:p>
          <a:p>
            <a:pPr algn="ctr" defTabSz="609585"/>
            <a:r>
              <a:rPr lang="tr-TR" sz="2000" b="1" dirty="0">
                <a:solidFill>
                  <a:srgbClr val="2D287E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&amp; </a:t>
            </a:r>
            <a:r>
              <a:rPr lang="tr-TR" sz="2000" b="1" dirty="0" err="1">
                <a:solidFill>
                  <a:srgbClr val="2D287E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Lithuania</a:t>
            </a:r>
            <a:endParaRPr lang="tr-TR" sz="2000" b="1" dirty="0">
              <a:solidFill>
                <a:srgbClr val="2D287E"/>
              </a:solidFill>
              <a:latin typeface="Sora" pitchFamily="2" charset="0"/>
              <a:ea typeface="Source Sans Pro" panose="020B0503030403020204" pitchFamily="34" charset="0"/>
              <a:cs typeface="Sora" pitchFamily="2" charset="0"/>
            </a:endParaRP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9380D32C-017D-A8C2-6E94-30235D38CADB}"/>
              </a:ext>
            </a:extLst>
          </p:cNvPr>
          <p:cNvSpPr txBox="1"/>
          <p:nvPr/>
        </p:nvSpPr>
        <p:spPr>
          <a:xfrm>
            <a:off x="916559" y="3721510"/>
            <a:ext cx="2428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585"/>
            <a:r>
              <a:rPr lang="tr-TR" sz="1800" b="1" dirty="0">
                <a:solidFill>
                  <a:srgbClr val="2D287E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Romanya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72F91468-DFA0-A2EC-651F-EE6D75F509E8}"/>
              </a:ext>
            </a:extLst>
          </p:cNvPr>
          <p:cNvSpPr txBox="1"/>
          <p:nvPr/>
        </p:nvSpPr>
        <p:spPr>
          <a:xfrm>
            <a:off x="7145869" y="155037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/>
            <a:r>
              <a:rPr lang="tr-TR" sz="2000" b="1" dirty="0">
                <a:solidFill>
                  <a:srgbClr val="2D287E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Almanya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1AB7605D-99F7-5806-CD61-AC5DE0DC40EF}"/>
              </a:ext>
            </a:extLst>
          </p:cNvPr>
          <p:cNvSpPr txBox="1"/>
          <p:nvPr/>
        </p:nvSpPr>
        <p:spPr>
          <a:xfrm>
            <a:off x="8815030" y="923611"/>
            <a:ext cx="7493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/>
            <a:r>
              <a:rPr lang="tr-TR" sz="4400" b="1" dirty="0">
                <a:solidFill>
                  <a:srgbClr val="2D287E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Malezya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937C1BC3-5C5E-7F87-50F5-01D7D914884E}"/>
              </a:ext>
            </a:extLst>
          </p:cNvPr>
          <p:cNvSpPr txBox="1"/>
          <p:nvPr/>
        </p:nvSpPr>
        <p:spPr>
          <a:xfrm>
            <a:off x="8948077" y="2104375"/>
            <a:ext cx="21767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/>
            <a:r>
              <a:rPr lang="tr-TR" sz="2000" b="1" dirty="0">
                <a:solidFill>
                  <a:srgbClr val="2D287E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Norveç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B6039246-B960-8F3B-2767-7D6E46E33636}"/>
              </a:ext>
            </a:extLst>
          </p:cNvPr>
          <p:cNvSpPr txBox="1"/>
          <p:nvPr/>
        </p:nvSpPr>
        <p:spPr>
          <a:xfrm>
            <a:off x="9316298" y="3111665"/>
            <a:ext cx="8128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/>
            <a:r>
              <a:rPr lang="tr-TR" sz="2000" b="1" dirty="0">
                <a:solidFill>
                  <a:srgbClr val="2D287E"/>
                </a:solidFill>
                <a:latin typeface="Sora" pitchFamily="2" charset="0"/>
                <a:ea typeface="Source Sans Pro" panose="020B0503030403020204" pitchFamily="34" charset="0"/>
                <a:cs typeface="Sora" pitchFamily="2" charset="0"/>
              </a:rPr>
              <a:t>Lüksemburg</a:t>
            </a:r>
          </a:p>
        </p:txBody>
      </p:sp>
    </p:spTree>
    <p:extLst>
      <p:ext uri="{BB962C8B-B14F-4D97-AF65-F5344CB8AC3E}">
        <p14:creationId xmlns:p14="http://schemas.microsoft.com/office/powerpoint/2010/main" val="4031831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9"/>
          <p:cNvSpPr txBox="1"/>
          <p:nvPr/>
        </p:nvSpPr>
        <p:spPr>
          <a:xfrm>
            <a:off x="609434" y="284634"/>
            <a:ext cx="560662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 b="1" dirty="0">
                <a:solidFill>
                  <a:srgbClr val="002060"/>
                </a:solidFill>
                <a:latin typeface="Sora"/>
                <a:ea typeface="Sora"/>
                <a:cs typeface="Sora"/>
                <a:sym typeface="Sora"/>
              </a:rPr>
              <a:t>Ürün Yol Haritası</a:t>
            </a:r>
            <a:endParaRPr sz="3200" dirty="0"/>
          </a:p>
        </p:txBody>
      </p:sp>
      <p:cxnSp>
        <p:nvCxnSpPr>
          <p:cNvPr id="383" name="Google Shape;383;p9"/>
          <p:cNvCxnSpPr/>
          <p:nvPr/>
        </p:nvCxnSpPr>
        <p:spPr>
          <a:xfrm>
            <a:off x="507833" y="0"/>
            <a:ext cx="0" cy="80264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4" name="Google Shape;384;p9"/>
          <p:cNvCxnSpPr/>
          <p:nvPr/>
        </p:nvCxnSpPr>
        <p:spPr>
          <a:xfrm>
            <a:off x="507833" y="385787"/>
            <a:ext cx="0" cy="421640"/>
          </a:xfrm>
          <a:prstGeom prst="straightConnector1">
            <a:avLst/>
          </a:prstGeom>
          <a:noFill/>
          <a:ln w="38100" cap="flat" cmpd="sng">
            <a:solidFill>
              <a:srgbClr val="2A397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16" name="Google Shape;41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67844" y="6351786"/>
            <a:ext cx="1099912" cy="265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175" y="6344558"/>
            <a:ext cx="860318" cy="27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34596" y="6319520"/>
            <a:ext cx="972934" cy="32512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9"/>
          <p:cNvSpPr/>
          <p:nvPr/>
        </p:nvSpPr>
        <p:spPr>
          <a:xfrm flipH="1">
            <a:off x="2196122" y="2853609"/>
            <a:ext cx="1323281" cy="1323280"/>
          </a:xfrm>
          <a:prstGeom prst="ellipse">
            <a:avLst/>
          </a:prstGeom>
          <a:solidFill>
            <a:srgbClr val="2D287E"/>
          </a:solidFill>
          <a:ln>
            <a:noFill/>
          </a:ln>
          <a:effectLst>
            <a:outerShdw blurRad="1143000" dist="825500" dir="5400000" sx="80000" sy="80000" algn="t" rotWithShape="0">
              <a:srgbClr val="000000">
                <a:alpha val="1686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Sora"/>
              <a:buNone/>
            </a:pPr>
            <a:r>
              <a:rPr lang="tr-TR" sz="1700" b="0" i="0" u="none" strike="noStrike" cap="none" dirty="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01</a:t>
            </a:r>
            <a:endParaRPr sz="1700" b="0" i="0" u="none" strike="noStrike" cap="none" dirty="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6" name="Google Shape;386;p9"/>
          <p:cNvSpPr/>
          <p:nvPr/>
        </p:nvSpPr>
        <p:spPr>
          <a:xfrm rot="10800000" flipH="1">
            <a:off x="2111774" y="2769260"/>
            <a:ext cx="1491980" cy="1491980"/>
          </a:xfrm>
          <a:prstGeom prst="arc">
            <a:avLst>
              <a:gd name="adj1" fmla="val 36463"/>
              <a:gd name="adj2" fmla="val 10792301"/>
            </a:avLst>
          </a:prstGeom>
          <a:noFill/>
          <a:ln w="9525" cap="rnd" cmpd="sng">
            <a:solidFill>
              <a:srgbClr val="0089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 flipH="1">
            <a:off x="5439118" y="2853609"/>
            <a:ext cx="1323281" cy="1323280"/>
          </a:xfrm>
          <a:prstGeom prst="ellipse">
            <a:avLst/>
          </a:prstGeom>
          <a:solidFill>
            <a:srgbClr val="2D287E"/>
          </a:solidFill>
          <a:ln>
            <a:noFill/>
          </a:ln>
          <a:effectLst>
            <a:outerShdw blurRad="1143000" dist="825500" dir="5400000" sx="80000" sy="80000" algn="t" rotWithShape="0">
              <a:srgbClr val="000000">
                <a:alpha val="1686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Sora"/>
              <a:buNone/>
            </a:pPr>
            <a:r>
              <a:rPr lang="tr-TR" sz="1700" b="0" i="0" u="none" strike="noStrike" cap="none" dirty="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02</a:t>
            </a:r>
            <a:endParaRPr sz="1700" b="0" i="0" u="none" strike="noStrike" cap="none" dirty="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8" name="Google Shape;388;p9"/>
          <p:cNvSpPr/>
          <p:nvPr/>
        </p:nvSpPr>
        <p:spPr>
          <a:xfrm rot="10800000" flipH="1">
            <a:off x="5354769" y="2769260"/>
            <a:ext cx="1491980" cy="1491980"/>
          </a:xfrm>
          <a:prstGeom prst="arc">
            <a:avLst>
              <a:gd name="adj1" fmla="val 10820305"/>
              <a:gd name="adj2" fmla="val 31320"/>
            </a:avLst>
          </a:prstGeom>
          <a:noFill/>
          <a:ln w="9525" cap="rnd" cmpd="sng">
            <a:solidFill>
              <a:srgbClr val="0089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9"/>
          <p:cNvCxnSpPr>
            <a:cxnSpLocks/>
          </p:cNvCxnSpPr>
          <p:nvPr/>
        </p:nvCxnSpPr>
        <p:spPr>
          <a:xfrm flipH="1">
            <a:off x="3611119" y="3515251"/>
            <a:ext cx="1743650" cy="0"/>
          </a:xfrm>
          <a:prstGeom prst="straightConnector1">
            <a:avLst/>
          </a:prstGeom>
          <a:noFill/>
          <a:ln w="9525" cap="flat" cmpd="sng">
            <a:solidFill>
              <a:srgbClr val="0089C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0" name="Google Shape;390;p9"/>
          <p:cNvCxnSpPr/>
          <p:nvPr/>
        </p:nvCxnSpPr>
        <p:spPr>
          <a:xfrm rot="10800000">
            <a:off x="1522155" y="3515251"/>
            <a:ext cx="581871" cy="0"/>
          </a:xfrm>
          <a:prstGeom prst="straightConnector1">
            <a:avLst/>
          </a:prstGeom>
          <a:noFill/>
          <a:ln w="9525" cap="flat" cmpd="sng">
            <a:solidFill>
              <a:srgbClr val="0089C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2" name="Google Shape;402;p9"/>
          <p:cNvCxnSpPr/>
          <p:nvPr/>
        </p:nvCxnSpPr>
        <p:spPr>
          <a:xfrm>
            <a:off x="2820560" y="2464826"/>
            <a:ext cx="0" cy="293746"/>
          </a:xfrm>
          <a:prstGeom prst="straightConnector1">
            <a:avLst/>
          </a:prstGeom>
          <a:noFill/>
          <a:ln w="12700" cap="rnd" cmpd="sng">
            <a:solidFill>
              <a:srgbClr val="0089CF"/>
            </a:solidFill>
            <a:prstDash val="solid"/>
            <a:round/>
            <a:headEnd type="oval" w="med" len="med"/>
            <a:tailEnd type="none" w="sm" len="sm"/>
          </a:ln>
        </p:spPr>
      </p:cxnSp>
      <p:grpSp>
        <p:nvGrpSpPr>
          <p:cNvPr id="6" name="Grup 5">
            <a:extLst>
              <a:ext uri="{FF2B5EF4-FFF2-40B4-BE49-F238E27FC236}">
                <a16:creationId xmlns:a16="http://schemas.microsoft.com/office/drawing/2014/main" id="{41075460-FAB0-2E3D-C12B-62BE8E1EEA49}"/>
              </a:ext>
            </a:extLst>
          </p:cNvPr>
          <p:cNvGrpSpPr/>
          <p:nvPr/>
        </p:nvGrpSpPr>
        <p:grpSpPr>
          <a:xfrm>
            <a:off x="8601119" y="2464826"/>
            <a:ext cx="2068726" cy="1796414"/>
            <a:chOff x="8492241" y="2536498"/>
            <a:chExt cx="1926851" cy="1673215"/>
          </a:xfrm>
        </p:grpSpPr>
        <p:sp>
          <p:nvSpPr>
            <p:cNvPr id="391" name="Google Shape;391;p9"/>
            <p:cNvSpPr/>
            <p:nvPr/>
          </p:nvSpPr>
          <p:spPr>
            <a:xfrm flipH="1">
              <a:off x="8570805" y="2898618"/>
              <a:ext cx="1232529" cy="1232529"/>
            </a:xfrm>
            <a:prstGeom prst="ellipse">
              <a:avLst/>
            </a:prstGeom>
            <a:solidFill>
              <a:srgbClr val="2D287E"/>
            </a:solidFill>
            <a:ln>
              <a:noFill/>
            </a:ln>
            <a:effectLst>
              <a:outerShdw blurRad="1143000" dist="825500" dir="5400000" sx="80000" sy="80000" algn="t" rotWithShape="0">
                <a:srgbClr val="000000">
                  <a:alpha val="1686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Sora"/>
                <a:buNone/>
              </a:pPr>
              <a:r>
                <a:rPr lang="tr-TR" sz="1700" b="0" i="0" u="none" strike="noStrike" cap="none" dirty="0">
                  <a:solidFill>
                    <a:srgbClr val="FFFFFF"/>
                  </a:solidFill>
                  <a:latin typeface="Sora"/>
                  <a:ea typeface="Sora"/>
                  <a:cs typeface="Sora"/>
                  <a:sym typeface="Sora"/>
                </a:rPr>
                <a:t>03</a:t>
              </a:r>
              <a:endParaRPr sz="1700" b="0" i="0" u="none" strike="noStrike" cap="none" dirty="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392" name="Google Shape;392;p9"/>
            <p:cNvSpPr/>
            <p:nvPr/>
          </p:nvSpPr>
          <p:spPr>
            <a:xfrm rot="10800000" flipH="1">
              <a:off x="8492241" y="2820054"/>
              <a:ext cx="1389659" cy="1389659"/>
            </a:xfrm>
            <a:prstGeom prst="arc">
              <a:avLst>
                <a:gd name="adj1" fmla="val 36463"/>
                <a:gd name="adj2" fmla="val 10792301"/>
              </a:avLst>
            </a:prstGeom>
            <a:noFill/>
            <a:ln w="9525" cap="rnd" cmpd="sng">
              <a:solidFill>
                <a:srgbClr val="0089C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5" name="Google Shape;395;p9"/>
            <p:cNvCxnSpPr/>
            <p:nvPr/>
          </p:nvCxnSpPr>
          <p:spPr>
            <a:xfrm rot="10800000">
              <a:off x="9877126" y="3514884"/>
              <a:ext cx="541966" cy="0"/>
            </a:xfrm>
            <a:prstGeom prst="straightConnector1">
              <a:avLst/>
            </a:prstGeom>
            <a:noFill/>
            <a:ln w="9525" cap="flat" cmpd="sng">
              <a:solidFill>
                <a:srgbClr val="0089C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4" name="Google Shape;404;p9"/>
            <p:cNvCxnSpPr/>
            <p:nvPr/>
          </p:nvCxnSpPr>
          <p:spPr>
            <a:xfrm>
              <a:off x="9202471" y="2536498"/>
              <a:ext cx="0" cy="273601"/>
            </a:xfrm>
            <a:prstGeom prst="straightConnector1">
              <a:avLst/>
            </a:prstGeom>
            <a:noFill/>
            <a:ln w="12700" cap="rnd" cmpd="sng">
              <a:solidFill>
                <a:srgbClr val="0089CF"/>
              </a:solidFill>
              <a:prstDash val="solid"/>
              <a:round/>
              <a:headEnd type="oval" w="med" len="med"/>
              <a:tailEnd type="none" w="sm" len="sm"/>
            </a:ln>
          </p:spPr>
        </p:cxnSp>
      </p:grpSp>
      <p:cxnSp>
        <p:nvCxnSpPr>
          <p:cNvPr id="407" name="Google Shape;407;p9"/>
          <p:cNvCxnSpPr/>
          <p:nvPr/>
        </p:nvCxnSpPr>
        <p:spPr>
          <a:xfrm rot="10800000">
            <a:off x="6100756" y="4261240"/>
            <a:ext cx="0" cy="293746"/>
          </a:xfrm>
          <a:prstGeom prst="straightConnector1">
            <a:avLst/>
          </a:prstGeom>
          <a:noFill/>
          <a:ln w="12700" cap="rnd" cmpd="sng">
            <a:solidFill>
              <a:srgbClr val="0089CF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5" name="Google Shape;389;p9">
            <a:extLst>
              <a:ext uri="{FF2B5EF4-FFF2-40B4-BE49-F238E27FC236}">
                <a16:creationId xmlns:a16="http://schemas.microsoft.com/office/drawing/2014/main" id="{82D0A52D-7ACF-4028-BE8B-6ED6BC23512C}"/>
              </a:ext>
            </a:extLst>
          </p:cNvPr>
          <p:cNvCxnSpPr>
            <a:cxnSpLocks/>
          </p:cNvCxnSpPr>
          <p:nvPr/>
        </p:nvCxnSpPr>
        <p:spPr>
          <a:xfrm flipH="1">
            <a:off x="6850821" y="3515251"/>
            <a:ext cx="1743650" cy="0"/>
          </a:xfrm>
          <a:prstGeom prst="straightConnector1">
            <a:avLst/>
          </a:prstGeom>
          <a:noFill/>
          <a:ln w="9525" cap="flat" cmpd="sng">
            <a:solidFill>
              <a:srgbClr val="0089C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" name="Google Shape;401;p9">
            <a:extLst>
              <a:ext uri="{FF2B5EF4-FFF2-40B4-BE49-F238E27FC236}">
                <a16:creationId xmlns:a16="http://schemas.microsoft.com/office/drawing/2014/main" id="{4E896E18-84D5-0C19-5DDD-0A94DA5D9CE5}"/>
              </a:ext>
            </a:extLst>
          </p:cNvPr>
          <p:cNvSpPr txBox="1"/>
          <p:nvPr/>
        </p:nvSpPr>
        <p:spPr>
          <a:xfrm>
            <a:off x="1914612" y="1909121"/>
            <a:ext cx="18863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tr-TR" sz="1200" b="1" i="0" u="none" strike="noStrike" cap="none" dirty="0">
                <a:solidFill>
                  <a:srgbClr val="0070C0"/>
                </a:solidFill>
                <a:latin typeface="Sora"/>
                <a:ea typeface="Sora"/>
                <a:cs typeface="Sora"/>
                <a:sym typeface="Sora"/>
              </a:rPr>
              <a:t>E-Fatura &amp; E-Defter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tr-TR" sz="1200" b="1" dirty="0">
                <a:solidFill>
                  <a:srgbClr val="0070C0"/>
                </a:solidFill>
                <a:latin typeface="Sora"/>
                <a:cs typeface="Sora"/>
                <a:sym typeface="Sora"/>
              </a:rPr>
              <a:t>Üzerinde Kredi Talebi</a:t>
            </a:r>
            <a:endParaRPr sz="1800" dirty="0">
              <a:solidFill>
                <a:srgbClr val="0070C0"/>
              </a:solidFill>
            </a:endParaRPr>
          </a:p>
        </p:txBody>
      </p:sp>
      <p:sp>
        <p:nvSpPr>
          <p:cNvPr id="10" name="Google Shape;401;p9">
            <a:extLst>
              <a:ext uri="{FF2B5EF4-FFF2-40B4-BE49-F238E27FC236}">
                <a16:creationId xmlns:a16="http://schemas.microsoft.com/office/drawing/2014/main" id="{D44FD238-50F4-C2F2-4C46-5F0184AAA714}"/>
              </a:ext>
            </a:extLst>
          </p:cNvPr>
          <p:cNvSpPr txBox="1"/>
          <p:nvPr/>
        </p:nvSpPr>
        <p:spPr>
          <a:xfrm>
            <a:off x="1659316" y="4435151"/>
            <a:ext cx="2489774" cy="57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tr-TR" sz="105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Tedarikçi finansmanında ve finans kurumlarının yeni müşteriye ulaşma aşamasında aracı olmak.</a:t>
            </a:r>
            <a:endParaRPr dirty="0"/>
          </a:p>
        </p:txBody>
      </p:sp>
      <p:sp>
        <p:nvSpPr>
          <p:cNvPr id="11" name="Google Shape;401;p9">
            <a:extLst>
              <a:ext uri="{FF2B5EF4-FFF2-40B4-BE49-F238E27FC236}">
                <a16:creationId xmlns:a16="http://schemas.microsoft.com/office/drawing/2014/main" id="{32A40314-BEF9-20A4-7F1E-71F483FF7443}"/>
              </a:ext>
            </a:extLst>
          </p:cNvPr>
          <p:cNvSpPr txBox="1"/>
          <p:nvPr/>
        </p:nvSpPr>
        <p:spPr>
          <a:xfrm>
            <a:off x="5137872" y="4720901"/>
            <a:ext cx="18863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tr-TR" sz="1200" b="1" i="0" u="none" strike="noStrike" cap="none" dirty="0">
                <a:solidFill>
                  <a:srgbClr val="0070C0"/>
                </a:solidFill>
                <a:latin typeface="Sora"/>
                <a:ea typeface="Sora"/>
                <a:cs typeface="Sora"/>
                <a:sym typeface="Sora"/>
              </a:rPr>
              <a:t>Kredi Risk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tr-TR" sz="1200" b="1" dirty="0">
                <a:solidFill>
                  <a:srgbClr val="0070C0"/>
                </a:solidFill>
                <a:latin typeface="Sora"/>
                <a:cs typeface="Sora"/>
                <a:sym typeface="Sora"/>
              </a:rPr>
              <a:t>Yönetimi</a:t>
            </a:r>
            <a:endParaRPr sz="1800" dirty="0">
              <a:solidFill>
                <a:srgbClr val="0070C0"/>
              </a:solidFill>
            </a:endParaRPr>
          </a:p>
        </p:txBody>
      </p:sp>
      <p:sp>
        <p:nvSpPr>
          <p:cNvPr id="12" name="Google Shape;401;p9">
            <a:extLst>
              <a:ext uri="{FF2B5EF4-FFF2-40B4-BE49-F238E27FC236}">
                <a16:creationId xmlns:a16="http://schemas.microsoft.com/office/drawing/2014/main" id="{F7A2D4F9-93B0-D693-9CEB-4E64F07B6801}"/>
              </a:ext>
            </a:extLst>
          </p:cNvPr>
          <p:cNvSpPr txBox="1"/>
          <p:nvPr/>
        </p:nvSpPr>
        <p:spPr>
          <a:xfrm>
            <a:off x="4848286" y="1897691"/>
            <a:ext cx="2489774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tr-TR" sz="105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Kredi derecelendirme paketi, uluslararası </a:t>
            </a:r>
            <a:r>
              <a:rPr lang="tr-TR" sz="1050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agredite</a:t>
            </a:r>
            <a:r>
              <a:rPr lang="tr-TR" sz="105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tr-TR" sz="1050" i="0" u="none" strike="noStrike" cap="none" dirty="0" err="1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scoring</a:t>
            </a:r>
            <a:r>
              <a:rPr lang="tr-TR" sz="1050" i="0" u="none" strike="noStrike" cap="none" dirty="0">
                <a:solidFill>
                  <a:srgbClr val="2D287E"/>
                </a:solidFill>
                <a:latin typeface="Sora"/>
                <a:ea typeface="Sora"/>
                <a:cs typeface="Sora"/>
                <a:sym typeface="Sora"/>
              </a:rPr>
              <a:t> firmaları ile ortak bankacılık ekosistemine uyumlanması</a:t>
            </a:r>
            <a:endParaRPr dirty="0"/>
          </a:p>
        </p:txBody>
      </p:sp>
      <p:sp>
        <p:nvSpPr>
          <p:cNvPr id="13" name="Google Shape;401;p9">
            <a:extLst>
              <a:ext uri="{FF2B5EF4-FFF2-40B4-BE49-F238E27FC236}">
                <a16:creationId xmlns:a16="http://schemas.microsoft.com/office/drawing/2014/main" id="{7CDF7584-1542-FCB1-19DE-96FC6065709C}"/>
              </a:ext>
            </a:extLst>
          </p:cNvPr>
          <p:cNvSpPr txBox="1"/>
          <p:nvPr/>
        </p:nvSpPr>
        <p:spPr>
          <a:xfrm>
            <a:off x="8259704" y="1909121"/>
            <a:ext cx="21754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E"/>
              </a:buClr>
              <a:buSzPts val="1050"/>
              <a:buFont typeface="Sora"/>
              <a:buNone/>
            </a:pPr>
            <a:r>
              <a:rPr lang="tr-TR" sz="1200" b="1" i="0" u="none" strike="noStrike" cap="none" dirty="0">
                <a:solidFill>
                  <a:srgbClr val="0070C0"/>
                </a:solidFill>
                <a:latin typeface="Sora"/>
                <a:ea typeface="Sora"/>
                <a:cs typeface="Sora"/>
                <a:sym typeface="Sora"/>
              </a:rPr>
              <a:t>Yurtdışı Regülasyonlara Göre Uyumlama</a:t>
            </a:r>
            <a:endParaRPr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152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119" y="-2317"/>
            <a:ext cx="12200238" cy="6862633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0"/>
          <p:cNvSpPr txBox="1"/>
          <p:nvPr/>
        </p:nvSpPr>
        <p:spPr>
          <a:xfrm>
            <a:off x="596149" y="3336888"/>
            <a:ext cx="342112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2A39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Teşekkürler</a:t>
            </a:r>
            <a:endParaRPr sz="4400">
              <a:solidFill>
                <a:srgbClr val="2A39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25" name="Google Shape;425;p10"/>
          <p:cNvSpPr/>
          <p:nvPr/>
        </p:nvSpPr>
        <p:spPr>
          <a:xfrm rot="10800000">
            <a:off x="458908" y="0"/>
            <a:ext cx="11274183" cy="1228919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078" y="311080"/>
            <a:ext cx="1884147" cy="606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6030" y="258443"/>
            <a:ext cx="2130782" cy="712032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0"/>
          <p:cNvSpPr txBox="1"/>
          <p:nvPr/>
        </p:nvSpPr>
        <p:spPr>
          <a:xfrm>
            <a:off x="812078" y="5901783"/>
            <a:ext cx="166624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A3979"/>
                </a:solidFill>
                <a:latin typeface="Sora"/>
                <a:ea typeface="Sora"/>
                <a:cs typeface="Sora"/>
                <a:sym typeface="Sora"/>
              </a:rPr>
              <a:t>www.nefsolution.com</a:t>
            </a:r>
            <a:endParaRPr/>
          </a:p>
        </p:txBody>
      </p:sp>
      <p:pic>
        <p:nvPicPr>
          <p:cNvPr id="429" name="Google Shape;429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336" y="6023475"/>
            <a:ext cx="1871575" cy="451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550</Words>
  <Application>Microsoft Office PowerPoint</Application>
  <PresentationFormat>Geniş ekran</PresentationFormat>
  <Paragraphs>126</Paragraphs>
  <Slides>11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20" baseType="lpstr">
      <vt:lpstr>Krub SemiBold</vt:lpstr>
      <vt:lpstr>Arial</vt:lpstr>
      <vt:lpstr>Poppins Medium</vt:lpstr>
      <vt:lpstr>Krub</vt:lpstr>
      <vt:lpstr>Gotham</vt:lpstr>
      <vt:lpstr>Sora</vt:lpstr>
      <vt:lpstr>Calibri</vt:lpstr>
      <vt:lpstr>Poppins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Mei 279</dc:creator>
  <cp:lastModifiedBy>Yasin Zengin</cp:lastModifiedBy>
  <cp:revision>5</cp:revision>
  <dcterms:created xsi:type="dcterms:W3CDTF">2020-11-21T07:09:37Z</dcterms:created>
  <dcterms:modified xsi:type="dcterms:W3CDTF">2024-10-14T20:12:57Z</dcterms:modified>
</cp:coreProperties>
</file>